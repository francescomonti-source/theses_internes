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1027876" y="5544148"/>
              <a:ext cx="7576681" cy="0"/>
            </a:xfrm>
            <a:custGeom>
              <a:avLst/>
              <a:pathLst>
                <a:path w="7576681" h="0">
                  <a:moveTo>
                    <a:pt x="0" y="0"/>
                  </a:moveTo>
                  <a:lnTo>
                    <a:pt x="7576681" y="0"/>
                  </a:lnTo>
                  <a:lnTo>
                    <a:pt x="7576681" y="0"/>
                  </a:lnTo>
                </a:path>
              </a:pathLst>
            </a:custGeom>
            <a:ln w="8007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1027876" y="5325416"/>
              <a:ext cx="7576681" cy="0"/>
            </a:xfrm>
            <a:custGeom>
              <a:avLst/>
              <a:pathLst>
                <a:path w="7576681" h="0">
                  <a:moveTo>
                    <a:pt x="0" y="0"/>
                  </a:moveTo>
                  <a:lnTo>
                    <a:pt x="7576681" y="0"/>
                  </a:lnTo>
                  <a:lnTo>
                    <a:pt x="7576681" y="0"/>
                  </a:lnTo>
                </a:path>
              </a:pathLst>
            </a:custGeom>
            <a:ln w="8007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027876" y="5106684"/>
              <a:ext cx="7576681" cy="0"/>
            </a:xfrm>
            <a:custGeom>
              <a:avLst/>
              <a:pathLst>
                <a:path w="7576681" h="0">
                  <a:moveTo>
                    <a:pt x="0" y="0"/>
                  </a:moveTo>
                  <a:lnTo>
                    <a:pt x="7576681" y="0"/>
                  </a:lnTo>
                  <a:lnTo>
                    <a:pt x="7576681" y="0"/>
                  </a:lnTo>
                </a:path>
              </a:pathLst>
            </a:custGeom>
            <a:ln w="8007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027876" y="4887952"/>
              <a:ext cx="7576681" cy="0"/>
            </a:xfrm>
            <a:custGeom>
              <a:avLst/>
              <a:pathLst>
                <a:path w="7576681" h="0">
                  <a:moveTo>
                    <a:pt x="0" y="0"/>
                  </a:moveTo>
                  <a:lnTo>
                    <a:pt x="7576681" y="0"/>
                  </a:lnTo>
                  <a:lnTo>
                    <a:pt x="7576681" y="0"/>
                  </a:lnTo>
                </a:path>
              </a:pathLst>
            </a:custGeom>
            <a:ln w="8007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027876" y="4669220"/>
              <a:ext cx="7576681" cy="0"/>
            </a:xfrm>
            <a:custGeom>
              <a:avLst/>
              <a:pathLst>
                <a:path w="7576681" h="0">
                  <a:moveTo>
                    <a:pt x="0" y="0"/>
                  </a:moveTo>
                  <a:lnTo>
                    <a:pt x="7576681" y="0"/>
                  </a:lnTo>
                  <a:lnTo>
                    <a:pt x="7576681" y="0"/>
                  </a:lnTo>
                </a:path>
              </a:pathLst>
            </a:custGeom>
            <a:ln w="8007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027876" y="4450488"/>
              <a:ext cx="7576681" cy="0"/>
            </a:xfrm>
            <a:custGeom>
              <a:avLst/>
              <a:pathLst>
                <a:path w="7576681" h="0">
                  <a:moveTo>
                    <a:pt x="0" y="0"/>
                  </a:moveTo>
                  <a:lnTo>
                    <a:pt x="7576681" y="0"/>
                  </a:lnTo>
                  <a:lnTo>
                    <a:pt x="7576681" y="0"/>
                  </a:lnTo>
                </a:path>
              </a:pathLst>
            </a:custGeom>
            <a:ln w="8007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1027876" y="4231756"/>
              <a:ext cx="7576681" cy="0"/>
            </a:xfrm>
            <a:custGeom>
              <a:avLst/>
              <a:pathLst>
                <a:path w="7576681" h="0">
                  <a:moveTo>
                    <a:pt x="0" y="0"/>
                  </a:moveTo>
                  <a:lnTo>
                    <a:pt x="7576681" y="0"/>
                  </a:lnTo>
                  <a:lnTo>
                    <a:pt x="7576681" y="0"/>
                  </a:lnTo>
                </a:path>
              </a:pathLst>
            </a:custGeom>
            <a:ln w="8007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1027876" y="4013025"/>
              <a:ext cx="7576681" cy="0"/>
            </a:xfrm>
            <a:custGeom>
              <a:avLst/>
              <a:pathLst>
                <a:path w="7576681" h="0">
                  <a:moveTo>
                    <a:pt x="0" y="0"/>
                  </a:moveTo>
                  <a:lnTo>
                    <a:pt x="7576681" y="0"/>
                  </a:lnTo>
                  <a:lnTo>
                    <a:pt x="7576681" y="0"/>
                  </a:lnTo>
                </a:path>
              </a:pathLst>
            </a:custGeom>
            <a:ln w="8007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1027876" y="3794293"/>
              <a:ext cx="7576681" cy="0"/>
            </a:xfrm>
            <a:custGeom>
              <a:avLst/>
              <a:pathLst>
                <a:path w="7576681" h="0">
                  <a:moveTo>
                    <a:pt x="0" y="0"/>
                  </a:moveTo>
                  <a:lnTo>
                    <a:pt x="7576681" y="0"/>
                  </a:lnTo>
                  <a:lnTo>
                    <a:pt x="7576681" y="0"/>
                  </a:lnTo>
                </a:path>
              </a:pathLst>
            </a:custGeom>
            <a:ln w="8007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027876" y="3575561"/>
              <a:ext cx="7576681" cy="0"/>
            </a:xfrm>
            <a:custGeom>
              <a:avLst/>
              <a:pathLst>
                <a:path w="7576681" h="0">
                  <a:moveTo>
                    <a:pt x="0" y="0"/>
                  </a:moveTo>
                  <a:lnTo>
                    <a:pt x="7576681" y="0"/>
                  </a:lnTo>
                  <a:lnTo>
                    <a:pt x="7576681" y="0"/>
                  </a:lnTo>
                </a:path>
              </a:pathLst>
            </a:custGeom>
            <a:ln w="8007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027876" y="3356829"/>
              <a:ext cx="7576681" cy="0"/>
            </a:xfrm>
            <a:custGeom>
              <a:avLst/>
              <a:pathLst>
                <a:path w="7576681" h="0">
                  <a:moveTo>
                    <a:pt x="0" y="0"/>
                  </a:moveTo>
                  <a:lnTo>
                    <a:pt x="7576681" y="0"/>
                  </a:lnTo>
                  <a:lnTo>
                    <a:pt x="7576681" y="0"/>
                  </a:lnTo>
                </a:path>
              </a:pathLst>
            </a:custGeom>
            <a:ln w="8007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1027876" y="3138097"/>
              <a:ext cx="7576681" cy="0"/>
            </a:xfrm>
            <a:custGeom>
              <a:avLst/>
              <a:pathLst>
                <a:path w="7576681" h="0">
                  <a:moveTo>
                    <a:pt x="0" y="0"/>
                  </a:moveTo>
                  <a:lnTo>
                    <a:pt x="7576681" y="0"/>
                  </a:lnTo>
                  <a:lnTo>
                    <a:pt x="7576681" y="0"/>
                  </a:lnTo>
                </a:path>
              </a:pathLst>
            </a:custGeom>
            <a:ln w="8007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1027876" y="2919365"/>
              <a:ext cx="7576681" cy="0"/>
            </a:xfrm>
            <a:custGeom>
              <a:avLst/>
              <a:pathLst>
                <a:path w="7576681" h="0">
                  <a:moveTo>
                    <a:pt x="0" y="0"/>
                  </a:moveTo>
                  <a:lnTo>
                    <a:pt x="7576681" y="0"/>
                  </a:lnTo>
                  <a:lnTo>
                    <a:pt x="7576681" y="0"/>
                  </a:lnTo>
                </a:path>
              </a:pathLst>
            </a:custGeom>
            <a:ln w="8007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1027876" y="2700633"/>
              <a:ext cx="7576681" cy="0"/>
            </a:xfrm>
            <a:custGeom>
              <a:avLst/>
              <a:pathLst>
                <a:path w="7576681" h="0">
                  <a:moveTo>
                    <a:pt x="0" y="0"/>
                  </a:moveTo>
                  <a:lnTo>
                    <a:pt x="7576681" y="0"/>
                  </a:lnTo>
                  <a:lnTo>
                    <a:pt x="7576681" y="0"/>
                  </a:lnTo>
                </a:path>
              </a:pathLst>
            </a:custGeom>
            <a:ln w="8007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1027876" y="2481901"/>
              <a:ext cx="7576681" cy="0"/>
            </a:xfrm>
            <a:custGeom>
              <a:avLst/>
              <a:pathLst>
                <a:path w="7576681" h="0">
                  <a:moveTo>
                    <a:pt x="0" y="0"/>
                  </a:moveTo>
                  <a:lnTo>
                    <a:pt x="7576681" y="0"/>
                  </a:lnTo>
                  <a:lnTo>
                    <a:pt x="7576681" y="0"/>
                  </a:lnTo>
                </a:path>
              </a:pathLst>
            </a:custGeom>
            <a:ln w="8007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1027876" y="2263169"/>
              <a:ext cx="7576681" cy="0"/>
            </a:xfrm>
            <a:custGeom>
              <a:avLst/>
              <a:pathLst>
                <a:path w="7576681" h="0">
                  <a:moveTo>
                    <a:pt x="0" y="0"/>
                  </a:moveTo>
                  <a:lnTo>
                    <a:pt x="7576681" y="0"/>
                  </a:lnTo>
                  <a:lnTo>
                    <a:pt x="7576681" y="0"/>
                  </a:lnTo>
                </a:path>
              </a:pathLst>
            </a:custGeom>
            <a:ln w="8007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1027876" y="2044437"/>
              <a:ext cx="7576681" cy="0"/>
            </a:xfrm>
            <a:custGeom>
              <a:avLst/>
              <a:pathLst>
                <a:path w="7576681" h="0">
                  <a:moveTo>
                    <a:pt x="0" y="0"/>
                  </a:moveTo>
                  <a:lnTo>
                    <a:pt x="7576681" y="0"/>
                  </a:lnTo>
                  <a:lnTo>
                    <a:pt x="7576681" y="0"/>
                  </a:lnTo>
                </a:path>
              </a:pathLst>
            </a:custGeom>
            <a:ln w="8007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027876" y="5653514"/>
              <a:ext cx="7576681" cy="0"/>
            </a:xfrm>
            <a:custGeom>
              <a:avLst/>
              <a:pathLst>
                <a:path w="7576681" h="0">
                  <a:moveTo>
                    <a:pt x="0" y="0"/>
                  </a:moveTo>
                  <a:lnTo>
                    <a:pt x="7576681" y="0"/>
                  </a:lnTo>
                  <a:lnTo>
                    <a:pt x="7576681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027876" y="5434782"/>
              <a:ext cx="7576681" cy="0"/>
            </a:xfrm>
            <a:custGeom>
              <a:avLst/>
              <a:pathLst>
                <a:path w="7576681" h="0">
                  <a:moveTo>
                    <a:pt x="0" y="0"/>
                  </a:moveTo>
                  <a:lnTo>
                    <a:pt x="7576681" y="0"/>
                  </a:lnTo>
                  <a:lnTo>
                    <a:pt x="7576681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027876" y="5216050"/>
              <a:ext cx="7576681" cy="0"/>
            </a:xfrm>
            <a:custGeom>
              <a:avLst/>
              <a:pathLst>
                <a:path w="7576681" h="0">
                  <a:moveTo>
                    <a:pt x="0" y="0"/>
                  </a:moveTo>
                  <a:lnTo>
                    <a:pt x="7576681" y="0"/>
                  </a:lnTo>
                  <a:lnTo>
                    <a:pt x="7576681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027876" y="4997318"/>
              <a:ext cx="7576681" cy="0"/>
            </a:xfrm>
            <a:custGeom>
              <a:avLst/>
              <a:pathLst>
                <a:path w="7576681" h="0">
                  <a:moveTo>
                    <a:pt x="0" y="0"/>
                  </a:moveTo>
                  <a:lnTo>
                    <a:pt x="7576681" y="0"/>
                  </a:lnTo>
                  <a:lnTo>
                    <a:pt x="7576681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027876" y="4778586"/>
              <a:ext cx="7576681" cy="0"/>
            </a:xfrm>
            <a:custGeom>
              <a:avLst/>
              <a:pathLst>
                <a:path w="7576681" h="0">
                  <a:moveTo>
                    <a:pt x="0" y="0"/>
                  </a:moveTo>
                  <a:lnTo>
                    <a:pt x="7576681" y="0"/>
                  </a:lnTo>
                  <a:lnTo>
                    <a:pt x="7576681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1027876" y="4559854"/>
              <a:ext cx="7576681" cy="0"/>
            </a:xfrm>
            <a:custGeom>
              <a:avLst/>
              <a:pathLst>
                <a:path w="7576681" h="0">
                  <a:moveTo>
                    <a:pt x="0" y="0"/>
                  </a:moveTo>
                  <a:lnTo>
                    <a:pt x="7576681" y="0"/>
                  </a:lnTo>
                  <a:lnTo>
                    <a:pt x="7576681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1027876" y="4341122"/>
              <a:ext cx="7576681" cy="0"/>
            </a:xfrm>
            <a:custGeom>
              <a:avLst/>
              <a:pathLst>
                <a:path w="7576681" h="0">
                  <a:moveTo>
                    <a:pt x="0" y="0"/>
                  </a:moveTo>
                  <a:lnTo>
                    <a:pt x="7576681" y="0"/>
                  </a:lnTo>
                  <a:lnTo>
                    <a:pt x="7576681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1027876" y="4122390"/>
              <a:ext cx="7576681" cy="0"/>
            </a:xfrm>
            <a:custGeom>
              <a:avLst/>
              <a:pathLst>
                <a:path w="7576681" h="0">
                  <a:moveTo>
                    <a:pt x="0" y="0"/>
                  </a:moveTo>
                  <a:lnTo>
                    <a:pt x="7576681" y="0"/>
                  </a:lnTo>
                  <a:lnTo>
                    <a:pt x="7576681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1027876" y="3903659"/>
              <a:ext cx="7576681" cy="0"/>
            </a:xfrm>
            <a:custGeom>
              <a:avLst/>
              <a:pathLst>
                <a:path w="7576681" h="0">
                  <a:moveTo>
                    <a:pt x="0" y="0"/>
                  </a:moveTo>
                  <a:lnTo>
                    <a:pt x="7576681" y="0"/>
                  </a:lnTo>
                  <a:lnTo>
                    <a:pt x="7576681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1027876" y="3684927"/>
              <a:ext cx="7576681" cy="0"/>
            </a:xfrm>
            <a:custGeom>
              <a:avLst/>
              <a:pathLst>
                <a:path w="7576681" h="0">
                  <a:moveTo>
                    <a:pt x="0" y="0"/>
                  </a:moveTo>
                  <a:lnTo>
                    <a:pt x="7576681" y="0"/>
                  </a:lnTo>
                  <a:lnTo>
                    <a:pt x="7576681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1027876" y="3466195"/>
              <a:ext cx="7576681" cy="0"/>
            </a:xfrm>
            <a:custGeom>
              <a:avLst/>
              <a:pathLst>
                <a:path w="7576681" h="0">
                  <a:moveTo>
                    <a:pt x="0" y="0"/>
                  </a:moveTo>
                  <a:lnTo>
                    <a:pt x="7576681" y="0"/>
                  </a:lnTo>
                  <a:lnTo>
                    <a:pt x="7576681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027876" y="3247463"/>
              <a:ext cx="7576681" cy="0"/>
            </a:xfrm>
            <a:custGeom>
              <a:avLst/>
              <a:pathLst>
                <a:path w="7576681" h="0">
                  <a:moveTo>
                    <a:pt x="0" y="0"/>
                  </a:moveTo>
                  <a:lnTo>
                    <a:pt x="7576681" y="0"/>
                  </a:lnTo>
                  <a:lnTo>
                    <a:pt x="7576681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027876" y="3028731"/>
              <a:ext cx="7576681" cy="0"/>
            </a:xfrm>
            <a:custGeom>
              <a:avLst/>
              <a:pathLst>
                <a:path w="7576681" h="0">
                  <a:moveTo>
                    <a:pt x="0" y="0"/>
                  </a:moveTo>
                  <a:lnTo>
                    <a:pt x="7576681" y="0"/>
                  </a:lnTo>
                  <a:lnTo>
                    <a:pt x="7576681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027876" y="2809999"/>
              <a:ext cx="7576681" cy="0"/>
            </a:xfrm>
            <a:custGeom>
              <a:avLst/>
              <a:pathLst>
                <a:path w="7576681" h="0">
                  <a:moveTo>
                    <a:pt x="0" y="0"/>
                  </a:moveTo>
                  <a:lnTo>
                    <a:pt x="7576681" y="0"/>
                  </a:lnTo>
                  <a:lnTo>
                    <a:pt x="7576681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1027876" y="2591267"/>
              <a:ext cx="7576681" cy="0"/>
            </a:xfrm>
            <a:custGeom>
              <a:avLst/>
              <a:pathLst>
                <a:path w="7576681" h="0">
                  <a:moveTo>
                    <a:pt x="0" y="0"/>
                  </a:moveTo>
                  <a:lnTo>
                    <a:pt x="7576681" y="0"/>
                  </a:lnTo>
                  <a:lnTo>
                    <a:pt x="7576681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1027876" y="2372535"/>
              <a:ext cx="7576681" cy="0"/>
            </a:xfrm>
            <a:custGeom>
              <a:avLst/>
              <a:pathLst>
                <a:path w="7576681" h="0">
                  <a:moveTo>
                    <a:pt x="0" y="0"/>
                  </a:moveTo>
                  <a:lnTo>
                    <a:pt x="7576681" y="0"/>
                  </a:lnTo>
                  <a:lnTo>
                    <a:pt x="7576681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1027876" y="2153803"/>
              <a:ext cx="7576681" cy="0"/>
            </a:xfrm>
            <a:custGeom>
              <a:avLst/>
              <a:pathLst>
                <a:path w="7576681" h="0">
                  <a:moveTo>
                    <a:pt x="0" y="0"/>
                  </a:moveTo>
                  <a:lnTo>
                    <a:pt x="7576681" y="0"/>
                  </a:lnTo>
                  <a:lnTo>
                    <a:pt x="7576681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1761103" y="1948195"/>
              <a:ext cx="0" cy="3705318"/>
            </a:xfrm>
            <a:custGeom>
              <a:avLst/>
              <a:pathLst>
                <a:path w="0" h="3705318">
                  <a:moveTo>
                    <a:pt x="0" y="370531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2983149" y="1948195"/>
              <a:ext cx="0" cy="3705318"/>
            </a:xfrm>
            <a:custGeom>
              <a:avLst/>
              <a:pathLst>
                <a:path w="0" h="3705318">
                  <a:moveTo>
                    <a:pt x="0" y="370531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4205194" y="1948195"/>
              <a:ext cx="0" cy="3705318"/>
            </a:xfrm>
            <a:custGeom>
              <a:avLst/>
              <a:pathLst>
                <a:path w="0" h="3705318">
                  <a:moveTo>
                    <a:pt x="0" y="370531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5427240" y="1948195"/>
              <a:ext cx="0" cy="3705318"/>
            </a:xfrm>
            <a:custGeom>
              <a:avLst/>
              <a:pathLst>
                <a:path w="0" h="3705318">
                  <a:moveTo>
                    <a:pt x="0" y="370531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6649285" y="1948195"/>
              <a:ext cx="0" cy="3705318"/>
            </a:xfrm>
            <a:custGeom>
              <a:avLst/>
              <a:pathLst>
                <a:path w="0" h="3705318">
                  <a:moveTo>
                    <a:pt x="0" y="370531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7871331" y="1948195"/>
              <a:ext cx="0" cy="3705318"/>
            </a:xfrm>
            <a:custGeom>
              <a:avLst/>
              <a:pathLst>
                <a:path w="0" h="3705318">
                  <a:moveTo>
                    <a:pt x="0" y="370531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1211183" y="4581727"/>
              <a:ext cx="1099840" cy="1071786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" name="rc45"/>
            <p:cNvSpPr/>
            <p:nvPr/>
          </p:nvSpPr>
          <p:spPr>
            <a:xfrm>
              <a:off x="2433228" y="4756713"/>
              <a:ext cx="1099840" cy="896800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" name="rc46"/>
            <p:cNvSpPr/>
            <p:nvPr/>
          </p:nvSpPr>
          <p:spPr>
            <a:xfrm>
              <a:off x="3655274" y="5062938"/>
              <a:ext cx="1099840" cy="590576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" name="rc47"/>
            <p:cNvSpPr/>
            <p:nvPr/>
          </p:nvSpPr>
          <p:spPr>
            <a:xfrm>
              <a:off x="4877319" y="5084811"/>
              <a:ext cx="1099840" cy="568702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" name="rc48"/>
            <p:cNvSpPr/>
            <p:nvPr/>
          </p:nvSpPr>
          <p:spPr>
            <a:xfrm>
              <a:off x="6099365" y="4122390"/>
              <a:ext cx="1099840" cy="1531123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" name="rc49"/>
            <p:cNvSpPr/>
            <p:nvPr/>
          </p:nvSpPr>
          <p:spPr>
            <a:xfrm>
              <a:off x="7321410" y="2285042"/>
              <a:ext cx="1099840" cy="3368471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" name="tx50"/>
            <p:cNvSpPr/>
            <p:nvPr/>
          </p:nvSpPr>
          <p:spPr>
            <a:xfrm>
              <a:off x="1683129" y="4563619"/>
              <a:ext cx="155949" cy="10255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49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1515644" y="4736486"/>
              <a:ext cx="490918" cy="1315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(13.4%)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2905174" y="4740385"/>
              <a:ext cx="155949" cy="1007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41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2737690" y="4911472"/>
              <a:ext cx="490918" cy="1315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(11.2%)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4127220" y="5046609"/>
              <a:ext cx="155949" cy="1007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27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3998722" y="5217696"/>
              <a:ext cx="412944" cy="1315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(7.4%)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5349265" y="5066771"/>
              <a:ext cx="155949" cy="1024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26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5220768" y="5239570"/>
              <a:ext cx="412944" cy="1315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(7.1%)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6571311" y="4104351"/>
              <a:ext cx="155949" cy="1024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70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6403826" y="4277149"/>
              <a:ext cx="490918" cy="1315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(19.1%)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7754369" y="2267003"/>
              <a:ext cx="233924" cy="1024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154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7684335" y="2439801"/>
              <a:ext cx="373990" cy="1315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(42%)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880402" y="5604242"/>
              <a:ext cx="73456" cy="9654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 b="1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806946" y="5385510"/>
              <a:ext cx="146913" cy="9654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 b="1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806946" y="5166778"/>
              <a:ext cx="146913" cy="9654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 b="1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806946" y="4948046"/>
              <a:ext cx="146913" cy="9654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 b="1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806946" y="4729314"/>
              <a:ext cx="146913" cy="9654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 b="1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40</a:t>
              </a:r>
            </a:p>
          </p:txBody>
        </p:sp>
        <p:sp>
          <p:nvSpPr>
            <p:cNvPr id="67" name="tx67"/>
            <p:cNvSpPr/>
            <p:nvPr/>
          </p:nvSpPr>
          <p:spPr>
            <a:xfrm>
              <a:off x="806946" y="4510582"/>
              <a:ext cx="146913" cy="9654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 b="1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50</a:t>
              </a:r>
            </a:p>
          </p:txBody>
        </p:sp>
        <p:sp>
          <p:nvSpPr>
            <p:cNvPr id="68" name="tx68"/>
            <p:cNvSpPr/>
            <p:nvPr/>
          </p:nvSpPr>
          <p:spPr>
            <a:xfrm>
              <a:off x="806946" y="4291850"/>
              <a:ext cx="146913" cy="9654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 b="1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60</a:t>
              </a:r>
            </a:p>
          </p:txBody>
        </p:sp>
        <p:sp>
          <p:nvSpPr>
            <p:cNvPr id="69" name="tx69"/>
            <p:cNvSpPr/>
            <p:nvPr/>
          </p:nvSpPr>
          <p:spPr>
            <a:xfrm>
              <a:off x="806946" y="4073118"/>
              <a:ext cx="146913" cy="9654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 b="1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70</a:t>
              </a:r>
            </a:p>
          </p:txBody>
        </p:sp>
        <p:sp>
          <p:nvSpPr>
            <p:cNvPr id="70" name="tx70"/>
            <p:cNvSpPr/>
            <p:nvPr/>
          </p:nvSpPr>
          <p:spPr>
            <a:xfrm>
              <a:off x="806946" y="3854322"/>
              <a:ext cx="146913" cy="966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 b="1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80</a:t>
              </a:r>
            </a:p>
          </p:txBody>
        </p:sp>
        <p:sp>
          <p:nvSpPr>
            <p:cNvPr id="71" name="tx71"/>
            <p:cNvSpPr/>
            <p:nvPr/>
          </p:nvSpPr>
          <p:spPr>
            <a:xfrm>
              <a:off x="806946" y="3635590"/>
              <a:ext cx="146913" cy="966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 b="1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90</a:t>
              </a:r>
            </a:p>
          </p:txBody>
        </p:sp>
        <p:sp>
          <p:nvSpPr>
            <p:cNvPr id="72" name="tx72"/>
            <p:cNvSpPr/>
            <p:nvPr/>
          </p:nvSpPr>
          <p:spPr>
            <a:xfrm>
              <a:off x="733489" y="3416923"/>
              <a:ext cx="220369" cy="9654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 b="1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73" name="tx73"/>
            <p:cNvSpPr/>
            <p:nvPr/>
          </p:nvSpPr>
          <p:spPr>
            <a:xfrm>
              <a:off x="733489" y="3198191"/>
              <a:ext cx="220369" cy="9654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 b="1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110</a:t>
              </a:r>
            </a:p>
          </p:txBody>
        </p:sp>
        <p:sp>
          <p:nvSpPr>
            <p:cNvPr id="74" name="tx74"/>
            <p:cNvSpPr/>
            <p:nvPr/>
          </p:nvSpPr>
          <p:spPr>
            <a:xfrm>
              <a:off x="733489" y="2979459"/>
              <a:ext cx="220369" cy="9654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 b="1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120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733489" y="2760727"/>
              <a:ext cx="220369" cy="9654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 b="1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130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733489" y="2541995"/>
              <a:ext cx="220369" cy="9654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 b="1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140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733489" y="2323263"/>
              <a:ext cx="220369" cy="9654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 b="1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150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733489" y="2104531"/>
              <a:ext cx="220369" cy="9654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 b="1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160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1684035" y="5725532"/>
              <a:ext cx="154136" cy="9654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 b="1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F0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2906081" y="5727144"/>
              <a:ext cx="154136" cy="949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 b="1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F1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4128126" y="5727144"/>
              <a:ext cx="154136" cy="949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 b="1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F2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5350172" y="5725532"/>
              <a:ext cx="154136" cy="9654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 b="1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F3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6572217" y="5727144"/>
              <a:ext cx="154136" cy="949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 b="1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F4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7775947" y="5727531"/>
              <a:ext cx="190767" cy="945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 b="1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NA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4293266" y="5854233"/>
              <a:ext cx="1045902" cy="1549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Stage fibrose</a:t>
              </a:r>
            </a:p>
          </p:txBody>
        </p:sp>
        <p:sp>
          <p:nvSpPr>
            <p:cNvPr id="86" name="tx86"/>
            <p:cNvSpPr/>
            <p:nvPr/>
          </p:nvSpPr>
          <p:spPr>
            <a:xfrm rot="-5400000">
              <a:off x="358137" y="3739748"/>
              <a:ext cx="476758" cy="12221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Count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3319144" y="1677701"/>
              <a:ext cx="2994146" cy="1465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6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Distribution du score de fibrose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2025-08-05T13:09:08Z</dcterms:modified>
  <cp:category/>
</cp:coreProperties>
</file>