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27876" y="554414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27876" y="532541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27876" y="510668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27876" y="488795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27876" y="466922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27876" y="445048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27876" y="423175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27876" y="401302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27876" y="379429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27876" y="357556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27876" y="335682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27876" y="313809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27876" y="291936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27876" y="270063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27876" y="248190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27876" y="226316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27876" y="204443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876" y="565351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7876" y="543478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7876" y="521605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27876" y="4997318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27876" y="4778586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27876" y="4559854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27876" y="4341122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27876" y="4122390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27876" y="390365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27876" y="368492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27876" y="346619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027876" y="324746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27876" y="3028731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7876" y="2809999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27876" y="2591267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027876" y="2372535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27876" y="2153803"/>
              <a:ext cx="7576681" cy="0"/>
            </a:xfrm>
            <a:custGeom>
              <a:avLst/>
              <a:pathLst>
                <a:path w="7576681" h="0">
                  <a:moveTo>
                    <a:pt x="0" y="0"/>
                  </a:moveTo>
                  <a:lnTo>
                    <a:pt x="7576681" y="0"/>
                  </a:lnTo>
                  <a:lnTo>
                    <a:pt x="7576681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61103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83149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205194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27240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649285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7871331" y="1948195"/>
              <a:ext cx="0" cy="3705318"/>
            </a:xfrm>
            <a:custGeom>
              <a:avLst/>
              <a:pathLst>
                <a:path w="0" h="3705318">
                  <a:moveTo>
                    <a:pt x="0" y="370531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11183" y="4581727"/>
              <a:ext cx="1099840" cy="1071786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433228" y="4756713"/>
              <a:ext cx="1099840" cy="896800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655274" y="5062938"/>
              <a:ext cx="1099840" cy="590576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877319" y="5084811"/>
              <a:ext cx="1099840" cy="568702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099365" y="4122390"/>
              <a:ext cx="1099840" cy="153112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321410" y="2285042"/>
              <a:ext cx="1099840" cy="336847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50"/>
            <p:cNvSpPr/>
            <p:nvPr/>
          </p:nvSpPr>
          <p:spPr>
            <a:xfrm>
              <a:off x="1683129" y="4563619"/>
              <a:ext cx="155949" cy="1025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15644" y="4736486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(13.4%)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05174" y="4740385"/>
              <a:ext cx="155949" cy="100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737690" y="4911472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(11.2%)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127220" y="5046609"/>
              <a:ext cx="155949" cy="100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998722" y="5217696"/>
              <a:ext cx="412944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(7.4%)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349265" y="5066771"/>
              <a:ext cx="155949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20768" y="5239570"/>
              <a:ext cx="412944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(7.1%)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571311" y="4104351"/>
              <a:ext cx="155949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403826" y="4277149"/>
              <a:ext cx="490918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(19.1%)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754369" y="2267003"/>
              <a:ext cx="233924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684335" y="2439801"/>
              <a:ext cx="373990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(42%)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80402" y="5604242"/>
              <a:ext cx="7345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06946" y="5385510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06946" y="5166778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06946" y="4948046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06946" y="4729314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06946" y="4510582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806946" y="4291850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806946" y="4073118"/>
              <a:ext cx="146913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806946" y="3854322"/>
              <a:ext cx="146913" cy="96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806946" y="3635590"/>
              <a:ext cx="146913" cy="96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733489" y="3416923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33489" y="3198191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33489" y="2979459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33489" y="2760727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33489" y="2541995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33489" y="2323263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733489" y="2104531"/>
              <a:ext cx="220369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684035" y="5725532"/>
              <a:ext cx="15413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06081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128126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50172" y="5725532"/>
              <a:ext cx="154136" cy="9654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572217" y="5727144"/>
              <a:ext cx="154136" cy="949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775947" y="5727531"/>
              <a:ext cx="190767" cy="94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293266" y="5854233"/>
              <a:ext cx="1045902" cy="1549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 fibrose</a:t>
              </a:r>
            </a:p>
          </p:txBody>
        </p:sp>
        <p:sp>
          <p:nvSpPr>
            <p:cNvPr id="86" name="tx86"/>
            <p:cNvSpPr/>
            <p:nvPr/>
          </p:nvSpPr>
          <p:spPr>
            <a:xfrm rot="-5400000">
              <a:off x="358137" y="3739748"/>
              <a:ext cx="476758" cy="1222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Count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319144" y="1677701"/>
              <a:ext cx="2994146" cy="146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Distribution du score de fibrose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2025-08-05T10:29:31Z</dcterms:modified>
  <cp:category/>
</cp:coreProperties>
</file>