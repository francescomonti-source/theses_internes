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7924" y="1894657"/>
              <a:ext cx="6622320" cy="38315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7924" y="5261796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7924" y="4681255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7924" y="4100714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77924" y="3520173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77924" y="2939631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77924" y="2359090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7924" y="5552067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7924" y="4971526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7924" y="4390984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7924" y="3810443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7924" y="3229902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7924" y="2649361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7924" y="2068820"/>
              <a:ext cx="6622320" cy="0"/>
            </a:xfrm>
            <a:custGeom>
              <a:avLst/>
              <a:pathLst>
                <a:path w="6622320" h="0">
                  <a:moveTo>
                    <a:pt x="0" y="0"/>
                  </a:moveTo>
                  <a:lnTo>
                    <a:pt x="6622320" y="0"/>
                  </a:lnTo>
                  <a:lnTo>
                    <a:pt x="662232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18794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86910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55026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723143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791259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859375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18794" y="3003491"/>
              <a:ext cx="0" cy="1214056"/>
            </a:xfrm>
            <a:custGeom>
              <a:avLst/>
              <a:pathLst>
                <a:path w="0" h="1214056">
                  <a:moveTo>
                    <a:pt x="0" y="121405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518794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18250" y="4217548"/>
              <a:ext cx="801087" cy="1334518"/>
            </a:xfrm>
            <a:custGeom>
              <a:avLst/>
              <a:pathLst>
                <a:path w="801087" h="1334518">
                  <a:moveTo>
                    <a:pt x="0" y="0"/>
                  </a:moveTo>
                  <a:lnTo>
                    <a:pt x="0" y="1334518"/>
                  </a:lnTo>
                  <a:lnTo>
                    <a:pt x="801087" y="1334518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18250" y="5552067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62084" y="-191457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586910" y="3337302"/>
              <a:ext cx="0" cy="592151"/>
            </a:xfrm>
            <a:custGeom>
              <a:avLst/>
              <a:pathLst>
                <a:path w="0" h="592151">
                  <a:moveTo>
                    <a:pt x="0" y="59215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86910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186367" y="3929454"/>
              <a:ext cx="801087" cy="1622612"/>
            </a:xfrm>
            <a:custGeom>
              <a:avLst/>
              <a:pathLst>
                <a:path w="801087" h="1622612">
                  <a:moveTo>
                    <a:pt x="0" y="0"/>
                  </a:moveTo>
                  <a:lnTo>
                    <a:pt x="0" y="1622612"/>
                  </a:lnTo>
                  <a:lnTo>
                    <a:pt x="801087" y="1622612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86367" y="5552067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5026" y="3128307"/>
              <a:ext cx="0" cy="542805"/>
            </a:xfrm>
            <a:custGeom>
              <a:avLst/>
              <a:pathLst>
                <a:path w="0" h="542805">
                  <a:moveTo>
                    <a:pt x="0" y="5428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026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254483" y="3671113"/>
              <a:ext cx="801087" cy="1880953"/>
            </a:xfrm>
            <a:custGeom>
              <a:avLst/>
              <a:pathLst>
                <a:path w="801087" h="1880953">
                  <a:moveTo>
                    <a:pt x="0" y="0"/>
                  </a:moveTo>
                  <a:lnTo>
                    <a:pt x="0" y="1880953"/>
                  </a:lnTo>
                  <a:lnTo>
                    <a:pt x="801087" y="1880953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254483" y="4042660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23143" y="3258929"/>
              <a:ext cx="0" cy="298253"/>
            </a:xfrm>
            <a:custGeom>
              <a:avLst/>
              <a:pathLst>
                <a:path w="0" h="298253">
                  <a:moveTo>
                    <a:pt x="0" y="29825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723143" y="4423640"/>
              <a:ext cx="0" cy="1128426"/>
            </a:xfrm>
            <a:custGeom>
              <a:avLst/>
              <a:pathLst>
                <a:path w="0" h="1128426">
                  <a:moveTo>
                    <a:pt x="0" y="0"/>
                  </a:moveTo>
                  <a:lnTo>
                    <a:pt x="0" y="112842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322599" y="3557182"/>
              <a:ext cx="801087" cy="866457"/>
            </a:xfrm>
            <a:custGeom>
              <a:avLst/>
              <a:pathLst>
                <a:path w="801087" h="866457">
                  <a:moveTo>
                    <a:pt x="0" y="0"/>
                  </a:moveTo>
                  <a:lnTo>
                    <a:pt x="0" y="866457"/>
                  </a:lnTo>
                  <a:lnTo>
                    <a:pt x="801087" y="866457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599" y="3874303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791259" y="2939631"/>
              <a:ext cx="0" cy="703180"/>
            </a:xfrm>
            <a:custGeom>
              <a:avLst/>
              <a:pathLst>
                <a:path w="0" h="703180">
                  <a:moveTo>
                    <a:pt x="0" y="70318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791259" y="5460631"/>
              <a:ext cx="0" cy="91435"/>
            </a:xfrm>
            <a:custGeom>
              <a:avLst/>
              <a:pathLst>
                <a:path w="0" h="91435">
                  <a:moveTo>
                    <a:pt x="0" y="0"/>
                  </a:moveTo>
                  <a:lnTo>
                    <a:pt x="0" y="914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390715" y="3642812"/>
              <a:ext cx="801087" cy="1817819"/>
            </a:xfrm>
            <a:custGeom>
              <a:avLst/>
              <a:pathLst>
                <a:path w="801087" h="1817819">
                  <a:moveTo>
                    <a:pt x="0" y="0"/>
                  </a:moveTo>
                  <a:lnTo>
                    <a:pt x="0" y="1817819"/>
                  </a:lnTo>
                  <a:lnTo>
                    <a:pt x="801087" y="1817819"/>
                  </a:lnTo>
                  <a:lnTo>
                    <a:pt x="801087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390715" y="4132644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859375" y="3015102"/>
              <a:ext cx="0" cy="1364271"/>
            </a:xfrm>
            <a:custGeom>
              <a:avLst/>
              <a:pathLst>
                <a:path w="0" h="1364271">
                  <a:moveTo>
                    <a:pt x="0" y="136427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6859375" y="5552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6458832" y="4379374"/>
              <a:ext cx="801087" cy="1172693"/>
            </a:xfrm>
            <a:custGeom>
              <a:avLst/>
              <a:pathLst>
                <a:path w="801087" h="1172693">
                  <a:moveTo>
                    <a:pt x="0" y="0"/>
                  </a:moveTo>
                  <a:lnTo>
                    <a:pt x="0" y="1172693"/>
                  </a:lnTo>
                  <a:lnTo>
                    <a:pt x="801087" y="1172693"/>
                  </a:lnTo>
                  <a:lnTo>
                    <a:pt x="801087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458832" y="5552067"/>
              <a:ext cx="801087" cy="0"/>
            </a:xfrm>
            <a:custGeom>
              <a:avLst/>
              <a:pathLst>
                <a:path w="801087" h="0">
                  <a:moveTo>
                    <a:pt x="0" y="0"/>
                  </a:moveTo>
                  <a:lnTo>
                    <a:pt x="801087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2773" y="331729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50890" y="330568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719006" y="322441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787122" y="31634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14657" y="388332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650890" y="369174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82773" y="354370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6787122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787122" y="451611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446541" y="427809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19006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787122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650890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19006" y="286737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719006" y="37730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82773" y="361337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514657" y="37004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719006" y="312571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82773" y="3970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50890" y="359015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787122" y="448418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787122" y="386590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446541" y="406909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14657" y="379624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787122" y="405458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50890" y="389783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514657" y="375560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787122" y="355241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446541" y="311120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787122" y="381656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650890" y="370626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719006" y="335793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719006" y="3984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787122" y="414456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82773" y="447838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514657" y="401685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514657" y="32650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719006" y="336954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719006" y="369465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719006" y="480928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82773" y="475413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719006" y="483251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82773" y="393847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446541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446541" y="293123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650890" y="356112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719006" y="339276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787122" y="429551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650890" y="349726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650890" y="35640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719006" y="403136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6787122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719006" y="329117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82773" y="30560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9006" y="293123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719006" y="408941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719006" y="375560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719006" y="313442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19006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82773" y="341889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719006" y="35640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719006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650890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446541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719006" y="370916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82773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719006" y="394138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446541" y="353500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446541" y="417359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446541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514657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719006" y="489927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446541" y="489927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650890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650890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650890" y="327375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719006" y="426067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514657" y="40284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582773" y="385429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719006" y="42026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650890" y="39210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514657" y="-1919318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514657" y="385720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719006" y="376721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514657" y="343050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82773" y="359886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82773" y="35930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582773" y="376721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514657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719006" y="349726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719006" y="347694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582773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14657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514657" y="36569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514657" y="355822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787122" y="362208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719006" y="460900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719006" y="340147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82773" y="38804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446541" y="49863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650890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46541" y="489927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50890" y="3186676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514657" y="498635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446541" y="391815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719006" y="359015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719006" y="35930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514657" y="356983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719006" y="3984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719006" y="352919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650890" y="3970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650890" y="475413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446541" y="343630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514657" y="398782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50890" y="444935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14657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719006" y="3970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719006" y="362788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719006" y="511407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719006" y="440871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9006" y="428389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787122" y="413005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719006" y="42084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1446541" y="408361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787122" y="474542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787122" y="440291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787122" y="515761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719006" y="431873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446541" y="466125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787122" y="399362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787122" y="29428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787122" y="39210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1446541" y="425777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446541" y="413586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582773" y="348855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7122" y="341018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6787122" y="371496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87122" y="5114073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6787122" y="383397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787122" y="4083612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787122" y="4826705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6787122" y="450740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719006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787122" y="3447920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650890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446541" y="31576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19006" y="3157649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582773" y="4919591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650890" y="396750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787122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787122" y="4411618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787122" y="4463867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446541" y="5479814"/>
              <a:ext cx="144506" cy="144506"/>
            </a:xfrm>
            <a:prstGeom prst="ellipse">
              <a:avLst/>
            </a:prstGeom>
            <a:solidFill>
              <a:srgbClr val="000000">
                <a:alpha val="20000"/>
              </a:srgbClr>
            </a:solidFill>
            <a:ln w="9000" cap="rnd">
              <a:solidFill>
                <a:srgbClr val="000000">
                  <a:alpha val="2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877924" y="1894657"/>
              <a:ext cx="6622320" cy="383157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tx318"/>
            <p:cNvSpPr/>
            <p:nvPr/>
          </p:nvSpPr>
          <p:spPr>
            <a:xfrm>
              <a:off x="753139" y="551037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753139" y="493119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753139" y="435065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753139" y="376875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753139" y="3188156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690983" y="26076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690983" y="2028492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25" name="pl325"/>
            <p:cNvSpPr/>
            <p:nvPr/>
          </p:nvSpPr>
          <p:spPr>
            <a:xfrm>
              <a:off x="843130" y="5552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843130" y="49715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843130" y="43909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843130" y="3810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843130" y="32299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843130" y="2649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843130" y="206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1518794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2586910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655026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4723143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5791259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6859375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tx338"/>
            <p:cNvSpPr/>
            <p:nvPr/>
          </p:nvSpPr>
          <p:spPr>
            <a:xfrm>
              <a:off x="1453582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2521699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3589815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4657931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5726047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6778666" y="5788859"/>
              <a:ext cx="161418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3191642" y="5896069"/>
              <a:ext cx="199488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Stade fibrose au diagnostique</a:t>
              </a:r>
            </a:p>
          </p:txBody>
        </p:sp>
        <p:sp>
          <p:nvSpPr>
            <p:cNvPr id="345" name="tx345"/>
            <p:cNvSpPr/>
            <p:nvPr/>
          </p:nvSpPr>
          <p:spPr>
            <a:xfrm rot="-5400000">
              <a:off x="-90742" y="3744891"/>
              <a:ext cx="130395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CV au diagnostique</a:t>
              </a:r>
            </a:p>
          </p:txBody>
        </p:sp>
        <p:sp>
          <p:nvSpPr>
            <p:cNvPr id="346" name="rc346"/>
            <p:cNvSpPr/>
            <p:nvPr/>
          </p:nvSpPr>
          <p:spPr>
            <a:xfrm>
              <a:off x="7639423" y="2982992"/>
              <a:ext cx="977787" cy="16549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7709012" y="3037813"/>
              <a:ext cx="83860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score_fibrose</a:t>
              </a:r>
            </a:p>
          </p:txBody>
        </p:sp>
        <p:sp>
          <p:nvSpPr>
            <p:cNvPr id="348" name="rc348"/>
            <p:cNvSpPr/>
            <p:nvPr/>
          </p:nvSpPr>
          <p:spPr>
            <a:xfrm>
              <a:off x="7709012" y="325157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818740" y="34161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818740" y="327351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7736444" y="330643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736444" y="336129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7709012" y="34710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818740" y="363561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818740" y="349297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7736444" y="3525890"/>
              <a:ext cx="164592" cy="109727"/>
            </a:xfrm>
            <a:prstGeom prst="rect">
              <a:avLst/>
            </a:pr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736444" y="358075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7709012" y="36904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818740" y="385507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818740" y="371242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7736444" y="3745346"/>
              <a:ext cx="164592" cy="109727"/>
            </a:xfrm>
            <a:prstGeom prst="rect">
              <a:avLst/>
            </a:pr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736444" y="380021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7709012" y="390993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818740" y="407453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818740" y="393188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7736444" y="3964802"/>
              <a:ext cx="164592" cy="109727"/>
            </a:xfrm>
            <a:prstGeom prst="rect">
              <a:avLst/>
            </a:pr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736444" y="401966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7709012" y="412939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818740" y="429398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818740" y="415133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7736444" y="4184258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36444" y="423912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7709012" y="434885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18740" y="451344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818740" y="437079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7736444" y="4403714"/>
              <a:ext cx="164592" cy="109727"/>
            </a:xfrm>
            <a:prstGeom prst="rect">
              <a:avLst/>
            </a:pr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736444" y="445857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8" name="tx378"/>
            <p:cNvSpPr/>
            <p:nvPr/>
          </p:nvSpPr>
          <p:spPr>
            <a:xfrm>
              <a:off x="7998057" y="3319606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7998057" y="3540426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7998057" y="375988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7998057" y="3977919"/>
              <a:ext cx="130423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7998057" y="4199122"/>
              <a:ext cx="13042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7998057" y="4418578"/>
              <a:ext cx="15525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877924" y="1632462"/>
              <a:ext cx="3232636" cy="1573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Charge virale vs fibrose au diagnostique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2025-08-05T23:32:20Z</dcterms:modified>
  <cp:category/>
</cp:coreProperties>
</file>