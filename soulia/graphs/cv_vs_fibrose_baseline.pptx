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877924" y="1894657"/>
              <a:ext cx="6622320" cy="383157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7924" y="5261796"/>
              <a:ext cx="6622320" cy="0"/>
            </a:xfrm>
            <a:custGeom>
              <a:avLst/>
              <a:pathLst>
                <a:path w="6622320" h="0">
                  <a:moveTo>
                    <a:pt x="0" y="0"/>
                  </a:moveTo>
                  <a:lnTo>
                    <a:pt x="6622320" y="0"/>
                  </a:lnTo>
                  <a:lnTo>
                    <a:pt x="662232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7924" y="4681255"/>
              <a:ext cx="6622320" cy="0"/>
            </a:xfrm>
            <a:custGeom>
              <a:avLst/>
              <a:pathLst>
                <a:path w="6622320" h="0">
                  <a:moveTo>
                    <a:pt x="0" y="0"/>
                  </a:moveTo>
                  <a:lnTo>
                    <a:pt x="6622320" y="0"/>
                  </a:lnTo>
                  <a:lnTo>
                    <a:pt x="662232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7924" y="4100714"/>
              <a:ext cx="6622320" cy="0"/>
            </a:xfrm>
            <a:custGeom>
              <a:avLst/>
              <a:pathLst>
                <a:path w="6622320" h="0">
                  <a:moveTo>
                    <a:pt x="0" y="0"/>
                  </a:moveTo>
                  <a:lnTo>
                    <a:pt x="6622320" y="0"/>
                  </a:lnTo>
                  <a:lnTo>
                    <a:pt x="662232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877924" y="3520173"/>
              <a:ext cx="6622320" cy="0"/>
            </a:xfrm>
            <a:custGeom>
              <a:avLst/>
              <a:pathLst>
                <a:path w="6622320" h="0">
                  <a:moveTo>
                    <a:pt x="0" y="0"/>
                  </a:moveTo>
                  <a:lnTo>
                    <a:pt x="6622320" y="0"/>
                  </a:lnTo>
                  <a:lnTo>
                    <a:pt x="662232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77924" y="2939631"/>
              <a:ext cx="6622320" cy="0"/>
            </a:xfrm>
            <a:custGeom>
              <a:avLst/>
              <a:pathLst>
                <a:path w="6622320" h="0">
                  <a:moveTo>
                    <a:pt x="0" y="0"/>
                  </a:moveTo>
                  <a:lnTo>
                    <a:pt x="6622320" y="0"/>
                  </a:lnTo>
                  <a:lnTo>
                    <a:pt x="662232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77924" y="2359090"/>
              <a:ext cx="6622320" cy="0"/>
            </a:xfrm>
            <a:custGeom>
              <a:avLst/>
              <a:pathLst>
                <a:path w="6622320" h="0">
                  <a:moveTo>
                    <a:pt x="0" y="0"/>
                  </a:moveTo>
                  <a:lnTo>
                    <a:pt x="6622320" y="0"/>
                  </a:lnTo>
                  <a:lnTo>
                    <a:pt x="662232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77924" y="5552067"/>
              <a:ext cx="6622320" cy="0"/>
            </a:xfrm>
            <a:custGeom>
              <a:avLst/>
              <a:pathLst>
                <a:path w="6622320" h="0">
                  <a:moveTo>
                    <a:pt x="0" y="0"/>
                  </a:moveTo>
                  <a:lnTo>
                    <a:pt x="6622320" y="0"/>
                  </a:lnTo>
                  <a:lnTo>
                    <a:pt x="662232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77924" y="4971526"/>
              <a:ext cx="6622320" cy="0"/>
            </a:xfrm>
            <a:custGeom>
              <a:avLst/>
              <a:pathLst>
                <a:path w="6622320" h="0">
                  <a:moveTo>
                    <a:pt x="0" y="0"/>
                  </a:moveTo>
                  <a:lnTo>
                    <a:pt x="6622320" y="0"/>
                  </a:lnTo>
                  <a:lnTo>
                    <a:pt x="662232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7924" y="4390984"/>
              <a:ext cx="6622320" cy="0"/>
            </a:xfrm>
            <a:custGeom>
              <a:avLst/>
              <a:pathLst>
                <a:path w="6622320" h="0">
                  <a:moveTo>
                    <a:pt x="0" y="0"/>
                  </a:moveTo>
                  <a:lnTo>
                    <a:pt x="6622320" y="0"/>
                  </a:lnTo>
                  <a:lnTo>
                    <a:pt x="662232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7924" y="3810443"/>
              <a:ext cx="6622320" cy="0"/>
            </a:xfrm>
            <a:custGeom>
              <a:avLst/>
              <a:pathLst>
                <a:path w="6622320" h="0">
                  <a:moveTo>
                    <a:pt x="0" y="0"/>
                  </a:moveTo>
                  <a:lnTo>
                    <a:pt x="6622320" y="0"/>
                  </a:lnTo>
                  <a:lnTo>
                    <a:pt x="662232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7924" y="3229902"/>
              <a:ext cx="6622320" cy="0"/>
            </a:xfrm>
            <a:custGeom>
              <a:avLst/>
              <a:pathLst>
                <a:path w="6622320" h="0">
                  <a:moveTo>
                    <a:pt x="0" y="0"/>
                  </a:moveTo>
                  <a:lnTo>
                    <a:pt x="6622320" y="0"/>
                  </a:lnTo>
                  <a:lnTo>
                    <a:pt x="662232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77924" y="2649361"/>
              <a:ext cx="6622320" cy="0"/>
            </a:xfrm>
            <a:custGeom>
              <a:avLst/>
              <a:pathLst>
                <a:path w="6622320" h="0">
                  <a:moveTo>
                    <a:pt x="0" y="0"/>
                  </a:moveTo>
                  <a:lnTo>
                    <a:pt x="6622320" y="0"/>
                  </a:lnTo>
                  <a:lnTo>
                    <a:pt x="662232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77924" y="2068820"/>
              <a:ext cx="6622320" cy="0"/>
            </a:xfrm>
            <a:custGeom>
              <a:avLst/>
              <a:pathLst>
                <a:path w="6622320" h="0">
                  <a:moveTo>
                    <a:pt x="0" y="0"/>
                  </a:moveTo>
                  <a:lnTo>
                    <a:pt x="6622320" y="0"/>
                  </a:lnTo>
                  <a:lnTo>
                    <a:pt x="662232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518794" y="1894657"/>
              <a:ext cx="0" cy="3831571"/>
            </a:xfrm>
            <a:custGeom>
              <a:avLst/>
              <a:pathLst>
                <a:path w="0" h="3831571">
                  <a:moveTo>
                    <a:pt x="0" y="38315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86910" y="1894657"/>
              <a:ext cx="0" cy="3831571"/>
            </a:xfrm>
            <a:custGeom>
              <a:avLst/>
              <a:pathLst>
                <a:path w="0" h="3831571">
                  <a:moveTo>
                    <a:pt x="0" y="38315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655026" y="1894657"/>
              <a:ext cx="0" cy="3831571"/>
            </a:xfrm>
            <a:custGeom>
              <a:avLst/>
              <a:pathLst>
                <a:path w="0" h="3831571">
                  <a:moveTo>
                    <a:pt x="0" y="38315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723143" y="1894657"/>
              <a:ext cx="0" cy="3831571"/>
            </a:xfrm>
            <a:custGeom>
              <a:avLst/>
              <a:pathLst>
                <a:path w="0" h="3831571">
                  <a:moveTo>
                    <a:pt x="0" y="38315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791259" y="1894657"/>
              <a:ext cx="0" cy="3831571"/>
            </a:xfrm>
            <a:custGeom>
              <a:avLst/>
              <a:pathLst>
                <a:path w="0" h="3831571">
                  <a:moveTo>
                    <a:pt x="0" y="38315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859375" y="1894657"/>
              <a:ext cx="0" cy="3831571"/>
            </a:xfrm>
            <a:custGeom>
              <a:avLst/>
              <a:pathLst>
                <a:path w="0" h="3831571">
                  <a:moveTo>
                    <a:pt x="0" y="38315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518794" y="3003491"/>
              <a:ext cx="0" cy="1214056"/>
            </a:xfrm>
            <a:custGeom>
              <a:avLst/>
              <a:pathLst>
                <a:path w="0" h="1214056">
                  <a:moveTo>
                    <a:pt x="0" y="121405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518794" y="555206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1118250" y="4217548"/>
              <a:ext cx="801087" cy="1334518"/>
            </a:xfrm>
            <a:custGeom>
              <a:avLst/>
              <a:pathLst>
                <a:path w="801087" h="1334518">
                  <a:moveTo>
                    <a:pt x="0" y="0"/>
                  </a:moveTo>
                  <a:lnTo>
                    <a:pt x="0" y="1334518"/>
                  </a:lnTo>
                  <a:lnTo>
                    <a:pt x="801087" y="1334518"/>
                  </a:lnTo>
                  <a:lnTo>
                    <a:pt x="801087" y="0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118250" y="5552067"/>
              <a:ext cx="801087" cy="0"/>
            </a:xfrm>
            <a:custGeom>
              <a:avLst/>
              <a:pathLst>
                <a:path w="801087" h="0">
                  <a:moveTo>
                    <a:pt x="0" y="0"/>
                  </a:moveTo>
                  <a:lnTo>
                    <a:pt x="801087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562084" y="-19145758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86910" y="3337302"/>
              <a:ext cx="0" cy="592151"/>
            </a:xfrm>
            <a:custGeom>
              <a:avLst/>
              <a:pathLst>
                <a:path w="0" h="592151">
                  <a:moveTo>
                    <a:pt x="0" y="59215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6910" y="555206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2186367" y="3929454"/>
              <a:ext cx="801087" cy="1622612"/>
            </a:xfrm>
            <a:custGeom>
              <a:avLst/>
              <a:pathLst>
                <a:path w="801087" h="1622612">
                  <a:moveTo>
                    <a:pt x="0" y="0"/>
                  </a:moveTo>
                  <a:lnTo>
                    <a:pt x="0" y="1622612"/>
                  </a:lnTo>
                  <a:lnTo>
                    <a:pt x="801087" y="1622612"/>
                  </a:lnTo>
                  <a:lnTo>
                    <a:pt x="801087" y="0"/>
                  </a:lnTo>
                  <a:close/>
                </a:path>
              </a:pathLst>
            </a:custGeom>
            <a:solidFill>
              <a:srgbClr val="3B528B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186367" y="5552067"/>
              <a:ext cx="801087" cy="0"/>
            </a:xfrm>
            <a:custGeom>
              <a:avLst/>
              <a:pathLst>
                <a:path w="801087" h="0">
                  <a:moveTo>
                    <a:pt x="0" y="0"/>
                  </a:moveTo>
                  <a:lnTo>
                    <a:pt x="801087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655026" y="3128307"/>
              <a:ext cx="0" cy="542805"/>
            </a:xfrm>
            <a:custGeom>
              <a:avLst/>
              <a:pathLst>
                <a:path w="0" h="542805">
                  <a:moveTo>
                    <a:pt x="0" y="54280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655026" y="555206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3254483" y="3671113"/>
              <a:ext cx="801087" cy="1880953"/>
            </a:xfrm>
            <a:custGeom>
              <a:avLst/>
              <a:pathLst>
                <a:path w="801087" h="1880953">
                  <a:moveTo>
                    <a:pt x="0" y="0"/>
                  </a:moveTo>
                  <a:lnTo>
                    <a:pt x="0" y="1880953"/>
                  </a:lnTo>
                  <a:lnTo>
                    <a:pt x="801087" y="1880953"/>
                  </a:lnTo>
                  <a:lnTo>
                    <a:pt x="801087" y="0"/>
                  </a:lnTo>
                  <a:close/>
                </a:path>
              </a:pathLst>
            </a:custGeom>
            <a:solidFill>
              <a:srgbClr val="21908C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254483" y="4042660"/>
              <a:ext cx="801087" cy="0"/>
            </a:xfrm>
            <a:custGeom>
              <a:avLst/>
              <a:pathLst>
                <a:path w="801087" h="0">
                  <a:moveTo>
                    <a:pt x="0" y="0"/>
                  </a:moveTo>
                  <a:lnTo>
                    <a:pt x="801087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723143" y="3258929"/>
              <a:ext cx="0" cy="298253"/>
            </a:xfrm>
            <a:custGeom>
              <a:avLst/>
              <a:pathLst>
                <a:path w="0" h="298253">
                  <a:moveTo>
                    <a:pt x="0" y="29825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723143" y="4423640"/>
              <a:ext cx="0" cy="1128426"/>
            </a:xfrm>
            <a:custGeom>
              <a:avLst/>
              <a:pathLst>
                <a:path w="0" h="1128426">
                  <a:moveTo>
                    <a:pt x="0" y="0"/>
                  </a:moveTo>
                  <a:lnTo>
                    <a:pt x="0" y="112842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4322599" y="3557182"/>
              <a:ext cx="801087" cy="866457"/>
            </a:xfrm>
            <a:custGeom>
              <a:avLst/>
              <a:pathLst>
                <a:path w="801087" h="866457">
                  <a:moveTo>
                    <a:pt x="0" y="0"/>
                  </a:moveTo>
                  <a:lnTo>
                    <a:pt x="0" y="866457"/>
                  </a:lnTo>
                  <a:lnTo>
                    <a:pt x="801087" y="866457"/>
                  </a:lnTo>
                  <a:lnTo>
                    <a:pt x="801087" y="0"/>
                  </a:lnTo>
                  <a:close/>
                </a:path>
              </a:pathLst>
            </a:custGeom>
            <a:solidFill>
              <a:srgbClr val="5DC86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322599" y="3874303"/>
              <a:ext cx="801087" cy="0"/>
            </a:xfrm>
            <a:custGeom>
              <a:avLst/>
              <a:pathLst>
                <a:path w="801087" h="0">
                  <a:moveTo>
                    <a:pt x="0" y="0"/>
                  </a:moveTo>
                  <a:lnTo>
                    <a:pt x="801087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791259" y="2939631"/>
              <a:ext cx="0" cy="703180"/>
            </a:xfrm>
            <a:custGeom>
              <a:avLst/>
              <a:pathLst>
                <a:path w="0" h="703180">
                  <a:moveTo>
                    <a:pt x="0" y="70318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791259" y="5460631"/>
              <a:ext cx="0" cy="91435"/>
            </a:xfrm>
            <a:custGeom>
              <a:avLst/>
              <a:pathLst>
                <a:path w="0" h="91435">
                  <a:moveTo>
                    <a:pt x="0" y="0"/>
                  </a:moveTo>
                  <a:lnTo>
                    <a:pt x="0" y="91435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5390715" y="3642812"/>
              <a:ext cx="801087" cy="1817819"/>
            </a:xfrm>
            <a:custGeom>
              <a:avLst/>
              <a:pathLst>
                <a:path w="801087" h="1817819">
                  <a:moveTo>
                    <a:pt x="0" y="0"/>
                  </a:moveTo>
                  <a:lnTo>
                    <a:pt x="0" y="1817819"/>
                  </a:lnTo>
                  <a:lnTo>
                    <a:pt x="801087" y="1817819"/>
                  </a:lnTo>
                  <a:lnTo>
                    <a:pt x="801087" y="0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390715" y="4132644"/>
              <a:ext cx="801087" cy="0"/>
            </a:xfrm>
            <a:custGeom>
              <a:avLst/>
              <a:pathLst>
                <a:path w="801087" h="0">
                  <a:moveTo>
                    <a:pt x="0" y="0"/>
                  </a:moveTo>
                  <a:lnTo>
                    <a:pt x="801087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6859375" y="3015102"/>
              <a:ext cx="0" cy="1364271"/>
            </a:xfrm>
            <a:custGeom>
              <a:avLst/>
              <a:pathLst>
                <a:path w="0" h="1364271">
                  <a:moveTo>
                    <a:pt x="0" y="136427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6859375" y="555206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458832" y="4379374"/>
              <a:ext cx="801087" cy="1172693"/>
            </a:xfrm>
            <a:custGeom>
              <a:avLst/>
              <a:pathLst>
                <a:path w="801087" h="1172693">
                  <a:moveTo>
                    <a:pt x="0" y="0"/>
                  </a:moveTo>
                  <a:lnTo>
                    <a:pt x="0" y="1172693"/>
                  </a:lnTo>
                  <a:lnTo>
                    <a:pt x="801087" y="1172693"/>
                  </a:lnTo>
                  <a:lnTo>
                    <a:pt x="801087" y="0"/>
                  </a:lnTo>
                  <a:close/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6458832" y="5552067"/>
              <a:ext cx="801087" cy="0"/>
            </a:xfrm>
            <a:custGeom>
              <a:avLst/>
              <a:pathLst>
                <a:path w="801087" h="0">
                  <a:moveTo>
                    <a:pt x="0" y="0"/>
                  </a:moveTo>
                  <a:lnTo>
                    <a:pt x="801087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582773" y="3317298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5719006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650890" y="3305687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5719006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1446541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5719006" y="3224411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6787122" y="316345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5719006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2514657" y="3883325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1446541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650890" y="3691747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1446541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582773" y="3543709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6787122" y="4318731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6787122" y="4516115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1446541" y="4278093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719006" y="4028461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582773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6787122" y="3447920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650890" y="4028461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5719006" y="2867378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5719006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719006" y="3773023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1446541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1446541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582773" y="361337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514657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2514657" y="3700455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2514657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5719006" y="3125719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582773" y="3970407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650890" y="3590152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2514657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514657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6787122" y="4484186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6787122" y="3865909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1446541" y="4069099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514657" y="379624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6787122" y="4054585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4650890" y="3897839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514657" y="3755606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6787122" y="3552417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1446541" y="3111206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6787122" y="3816563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4650890" y="3706260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5719006" y="3357936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582773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5719006" y="3984920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582773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6787122" y="4144569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582773" y="4478380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514657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2514657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514657" y="4016850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514657" y="3265049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2514657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5719006" y="3369546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5719006" y="3694650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1446541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719006" y="4809289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1446541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582773" y="4754137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2514657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2514657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719006" y="4832510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719006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3582773" y="3938477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2514657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1446541" y="4609002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1446541" y="2931238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4650890" y="3561125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5719006" y="3392768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6787122" y="4295510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3582773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4650890" y="3497266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4650890" y="3564028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5719006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5719006" y="4031363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5719006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2514657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6787122" y="4028461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719006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1446541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5719006" y="3291173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582773" y="305605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5719006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4650890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1446541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5719006" y="2931238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582773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2514657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5719006" y="4089418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5719006" y="3755606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2514657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5719006" y="3134427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5719006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582773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5719006" y="4028461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582773" y="3418892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5719006" y="3564028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5719006" y="3447920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650890" y="3447920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1446541" y="4028461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1446541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5719006" y="3709163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582773" y="4028461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5719006" y="3941380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1446541" y="3535001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2514657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1446541" y="4173596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1446541" y="4318731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2514657" y="4028461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5719006" y="4899272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1446541" y="4899272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4650890" y="3447920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4650890" y="4318731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4650890" y="3273757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5719006" y="4260677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2514657" y="4028461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5719006" y="4318731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3582773" y="3854298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5719006" y="4202623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4650890" y="3921061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1446541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5719006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2514657" y="-19193185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1446541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2514657" y="3857201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5719006" y="3767217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2514657" y="3430503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582773" y="3598860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3582773" y="3593055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5719006" y="4318731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582773" y="3767217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2514657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2514657" y="4609002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5719006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5719006" y="4318731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5719006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5719006" y="3497266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5719006" y="3476947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3582773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3582773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1446541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4650890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2514657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2514657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2514657" y="4609002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2514657" y="36569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2514657" y="3558222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6787122" y="3622082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5719006" y="4609002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5719006" y="3401476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582773" y="3880423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1446541" y="498635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4650890" y="3447920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1446541" y="4899272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4650890" y="3186676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2514657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2514657" y="498635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1446541" y="3918158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1446541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1446541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5719006" y="3590152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4650890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5719006" y="3593055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2514657" y="3569833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5719006" y="3984920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5719006" y="3529195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4650890" y="3970407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4650890" y="4754137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1446541" y="3436309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2514657" y="3987823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4650890" y="4449353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2514657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1446541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5719006" y="3970407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5719006" y="3627887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1446541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5719006" y="5114073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5719006" y="4408715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5719006" y="4283899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6787122" y="4130055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5719006" y="4208428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1446541" y="4083612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6787122" y="4745429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5719006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5719006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6787122" y="4402910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1446541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6787122" y="5157613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1446541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5719006" y="4318731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1446541" y="4661251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6787122" y="3993628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6787122" y="2942849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6787122" y="3921061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1446541" y="425777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1446541" y="4135861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3582773" y="3488557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6787122" y="341018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6787122" y="3714968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6787122" y="5114073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6787122" y="3833979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6787122" y="4083612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6787122" y="4826705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6787122" y="4507407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1446541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1446541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5719006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6787122" y="3447920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4650890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1446541" y="3157649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5719006" y="3157649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3582773" y="4919591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4650890" y="396750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6787122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6787122" y="4411618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6787122" y="4463867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1446541" y="5479814"/>
              <a:ext cx="144506" cy="144506"/>
            </a:xfrm>
            <a:prstGeom prst="ellipse">
              <a:avLst/>
            </a:prstGeom>
            <a:solidFill>
              <a:srgbClr val="000000">
                <a:alpha val="20000"/>
              </a:srgbClr>
            </a:solidFill>
            <a:ln w="9000" cap="rnd">
              <a:solidFill>
                <a:srgbClr val="000000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rc317"/>
            <p:cNvSpPr/>
            <p:nvPr/>
          </p:nvSpPr>
          <p:spPr>
            <a:xfrm>
              <a:off x="877924" y="1894657"/>
              <a:ext cx="6622320" cy="3831571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tx318"/>
            <p:cNvSpPr/>
            <p:nvPr/>
          </p:nvSpPr>
          <p:spPr>
            <a:xfrm>
              <a:off x="753139" y="551037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19" name="tx319"/>
            <p:cNvSpPr/>
            <p:nvPr/>
          </p:nvSpPr>
          <p:spPr>
            <a:xfrm>
              <a:off x="753139" y="4931198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20" name="tx320"/>
            <p:cNvSpPr/>
            <p:nvPr/>
          </p:nvSpPr>
          <p:spPr>
            <a:xfrm>
              <a:off x="753139" y="4350657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21" name="tx321"/>
            <p:cNvSpPr/>
            <p:nvPr/>
          </p:nvSpPr>
          <p:spPr>
            <a:xfrm>
              <a:off x="753139" y="3768752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322" name="tx322"/>
            <p:cNvSpPr/>
            <p:nvPr/>
          </p:nvSpPr>
          <p:spPr>
            <a:xfrm>
              <a:off x="753139" y="3188156"/>
              <a:ext cx="62155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323" name="tx323"/>
            <p:cNvSpPr/>
            <p:nvPr/>
          </p:nvSpPr>
          <p:spPr>
            <a:xfrm>
              <a:off x="690983" y="260766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24" name="tx324"/>
            <p:cNvSpPr/>
            <p:nvPr/>
          </p:nvSpPr>
          <p:spPr>
            <a:xfrm>
              <a:off x="690983" y="2028492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325" name="pl325"/>
            <p:cNvSpPr/>
            <p:nvPr/>
          </p:nvSpPr>
          <p:spPr>
            <a:xfrm>
              <a:off x="843130" y="55520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843130" y="497152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843130" y="439098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843130" y="381044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843130" y="322990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843130" y="26493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843130" y="206882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1518794" y="57262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2586910" y="57262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3655026" y="57262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4723143" y="57262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5791259" y="57262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6859375" y="57262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tx338"/>
            <p:cNvSpPr/>
            <p:nvPr/>
          </p:nvSpPr>
          <p:spPr>
            <a:xfrm>
              <a:off x="1453582" y="5787168"/>
              <a:ext cx="130423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F0</a:t>
              </a:r>
            </a:p>
          </p:txBody>
        </p:sp>
        <p:sp>
          <p:nvSpPr>
            <p:cNvPr id="339" name="tx339"/>
            <p:cNvSpPr/>
            <p:nvPr/>
          </p:nvSpPr>
          <p:spPr>
            <a:xfrm>
              <a:off x="2521699" y="5788532"/>
              <a:ext cx="130423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F1</a:t>
              </a:r>
            </a:p>
          </p:txBody>
        </p:sp>
        <p:sp>
          <p:nvSpPr>
            <p:cNvPr id="340" name="tx340"/>
            <p:cNvSpPr/>
            <p:nvPr/>
          </p:nvSpPr>
          <p:spPr>
            <a:xfrm>
              <a:off x="3589815" y="5788532"/>
              <a:ext cx="130423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F2</a:t>
              </a:r>
            </a:p>
          </p:txBody>
        </p:sp>
        <p:sp>
          <p:nvSpPr>
            <p:cNvPr id="341" name="tx341"/>
            <p:cNvSpPr/>
            <p:nvPr/>
          </p:nvSpPr>
          <p:spPr>
            <a:xfrm>
              <a:off x="4657931" y="5787168"/>
              <a:ext cx="130423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F3</a:t>
              </a:r>
            </a:p>
          </p:txBody>
        </p:sp>
        <p:sp>
          <p:nvSpPr>
            <p:cNvPr id="342" name="tx342"/>
            <p:cNvSpPr/>
            <p:nvPr/>
          </p:nvSpPr>
          <p:spPr>
            <a:xfrm>
              <a:off x="5726047" y="5788532"/>
              <a:ext cx="130423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F4</a:t>
              </a:r>
            </a:p>
          </p:txBody>
        </p:sp>
        <p:sp>
          <p:nvSpPr>
            <p:cNvPr id="343" name="tx343"/>
            <p:cNvSpPr/>
            <p:nvPr/>
          </p:nvSpPr>
          <p:spPr>
            <a:xfrm>
              <a:off x="6778666" y="5788859"/>
              <a:ext cx="161418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  <p:sp>
          <p:nvSpPr>
            <p:cNvPr id="344" name="tx344"/>
            <p:cNvSpPr/>
            <p:nvPr/>
          </p:nvSpPr>
          <p:spPr>
            <a:xfrm>
              <a:off x="3191642" y="5896069"/>
              <a:ext cx="1994885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Stade fibrose au diagnostique</a:t>
              </a:r>
            </a:p>
          </p:txBody>
        </p:sp>
        <p:sp>
          <p:nvSpPr>
            <p:cNvPr id="345" name="tx345"/>
            <p:cNvSpPr/>
            <p:nvPr/>
          </p:nvSpPr>
          <p:spPr>
            <a:xfrm rot="-5400000">
              <a:off x="-90742" y="3744891"/>
              <a:ext cx="1303957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CV au diagnostique</a:t>
              </a:r>
            </a:p>
          </p:txBody>
        </p:sp>
        <p:sp>
          <p:nvSpPr>
            <p:cNvPr id="346" name="rc346"/>
            <p:cNvSpPr/>
            <p:nvPr/>
          </p:nvSpPr>
          <p:spPr>
            <a:xfrm>
              <a:off x="7639423" y="2982992"/>
              <a:ext cx="977787" cy="16549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" name="tx347"/>
            <p:cNvSpPr/>
            <p:nvPr/>
          </p:nvSpPr>
          <p:spPr>
            <a:xfrm>
              <a:off x="7709012" y="3037813"/>
              <a:ext cx="838609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score_fibrose</a:t>
              </a:r>
            </a:p>
          </p:txBody>
        </p:sp>
        <p:sp>
          <p:nvSpPr>
            <p:cNvPr id="348" name="rc348"/>
            <p:cNvSpPr/>
            <p:nvPr/>
          </p:nvSpPr>
          <p:spPr>
            <a:xfrm>
              <a:off x="7709012" y="325157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7818740" y="3416162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7818740" y="3273515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1" name="rc351"/>
            <p:cNvSpPr/>
            <p:nvPr/>
          </p:nvSpPr>
          <p:spPr>
            <a:xfrm>
              <a:off x="7736444" y="3306434"/>
              <a:ext cx="164592" cy="109727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7736444" y="3361298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3" name="rc353"/>
            <p:cNvSpPr/>
            <p:nvPr/>
          </p:nvSpPr>
          <p:spPr>
            <a:xfrm>
              <a:off x="7709012" y="347102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7818740" y="3635618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7818740" y="3492971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6" name="rc356"/>
            <p:cNvSpPr/>
            <p:nvPr/>
          </p:nvSpPr>
          <p:spPr>
            <a:xfrm>
              <a:off x="7736444" y="3525890"/>
              <a:ext cx="164592" cy="109727"/>
            </a:xfrm>
            <a:prstGeom prst="rect">
              <a:avLst/>
            </a:prstGeom>
            <a:solidFill>
              <a:srgbClr val="3B528B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7736444" y="3580754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7709012" y="3690482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7818740" y="3855074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7818740" y="3712427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1" name="rc361"/>
            <p:cNvSpPr/>
            <p:nvPr/>
          </p:nvSpPr>
          <p:spPr>
            <a:xfrm>
              <a:off x="7736444" y="3745346"/>
              <a:ext cx="164592" cy="109727"/>
            </a:xfrm>
            <a:prstGeom prst="rect">
              <a:avLst/>
            </a:prstGeom>
            <a:solidFill>
              <a:srgbClr val="21908C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7736444" y="3800210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3" name="rc363"/>
            <p:cNvSpPr/>
            <p:nvPr/>
          </p:nvSpPr>
          <p:spPr>
            <a:xfrm>
              <a:off x="7709012" y="390993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7818740" y="4074530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7818740" y="3931883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6" name="rc366"/>
            <p:cNvSpPr/>
            <p:nvPr/>
          </p:nvSpPr>
          <p:spPr>
            <a:xfrm>
              <a:off x="7736444" y="3964802"/>
              <a:ext cx="164592" cy="109727"/>
            </a:xfrm>
            <a:prstGeom prst="rect">
              <a:avLst/>
            </a:prstGeom>
            <a:solidFill>
              <a:srgbClr val="5DC86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7736444" y="4019666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8" name="rc368"/>
            <p:cNvSpPr/>
            <p:nvPr/>
          </p:nvSpPr>
          <p:spPr>
            <a:xfrm>
              <a:off x="7709012" y="412939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7818740" y="4293986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7818740" y="4151339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1" name="rc371"/>
            <p:cNvSpPr/>
            <p:nvPr/>
          </p:nvSpPr>
          <p:spPr>
            <a:xfrm>
              <a:off x="7736444" y="4184258"/>
              <a:ext cx="164592" cy="109727"/>
            </a:xfrm>
            <a:prstGeom prst="rect">
              <a:avLst/>
            </a:prstGeom>
            <a:solidFill>
              <a:srgbClr val="FDE725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7736444" y="4239122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3" name="rc373"/>
            <p:cNvSpPr/>
            <p:nvPr/>
          </p:nvSpPr>
          <p:spPr>
            <a:xfrm>
              <a:off x="7709012" y="434885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7818740" y="4513442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7818740" y="4370795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6" name="rc376"/>
            <p:cNvSpPr/>
            <p:nvPr/>
          </p:nvSpPr>
          <p:spPr>
            <a:xfrm>
              <a:off x="7736444" y="4403714"/>
              <a:ext cx="164592" cy="109727"/>
            </a:xfrm>
            <a:prstGeom prst="rect">
              <a:avLst/>
            </a:pr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7736444" y="4458578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8" name="tx378"/>
            <p:cNvSpPr/>
            <p:nvPr/>
          </p:nvSpPr>
          <p:spPr>
            <a:xfrm>
              <a:off x="7998057" y="3319606"/>
              <a:ext cx="130423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F0</a:t>
              </a:r>
            </a:p>
          </p:txBody>
        </p:sp>
        <p:sp>
          <p:nvSpPr>
            <p:cNvPr id="379" name="tx379"/>
            <p:cNvSpPr/>
            <p:nvPr/>
          </p:nvSpPr>
          <p:spPr>
            <a:xfrm>
              <a:off x="7998057" y="3540426"/>
              <a:ext cx="130423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F1</a:t>
              </a:r>
            </a:p>
          </p:txBody>
        </p:sp>
        <p:sp>
          <p:nvSpPr>
            <p:cNvPr id="380" name="tx380"/>
            <p:cNvSpPr/>
            <p:nvPr/>
          </p:nvSpPr>
          <p:spPr>
            <a:xfrm>
              <a:off x="7998057" y="3759882"/>
              <a:ext cx="130423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F2</a:t>
              </a:r>
            </a:p>
          </p:txBody>
        </p:sp>
        <p:sp>
          <p:nvSpPr>
            <p:cNvPr id="381" name="tx381"/>
            <p:cNvSpPr/>
            <p:nvPr/>
          </p:nvSpPr>
          <p:spPr>
            <a:xfrm>
              <a:off x="7998057" y="3977919"/>
              <a:ext cx="130423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F3</a:t>
              </a:r>
            </a:p>
          </p:txBody>
        </p:sp>
        <p:sp>
          <p:nvSpPr>
            <p:cNvPr id="382" name="tx382"/>
            <p:cNvSpPr/>
            <p:nvPr/>
          </p:nvSpPr>
          <p:spPr>
            <a:xfrm>
              <a:off x="7998057" y="4199122"/>
              <a:ext cx="130423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F4</a:t>
              </a:r>
            </a:p>
          </p:txBody>
        </p:sp>
        <p:sp>
          <p:nvSpPr>
            <p:cNvPr id="383" name="tx383"/>
            <p:cNvSpPr/>
            <p:nvPr/>
          </p:nvSpPr>
          <p:spPr>
            <a:xfrm>
              <a:off x="7998057" y="4418578"/>
              <a:ext cx="155252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  <p:sp>
          <p:nvSpPr>
            <p:cNvPr id="384" name="tx384"/>
            <p:cNvSpPr/>
            <p:nvPr/>
          </p:nvSpPr>
          <p:spPr>
            <a:xfrm>
              <a:off x="877924" y="1632462"/>
              <a:ext cx="3232636" cy="1573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Charge virale vs fibrose au diagnostique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2025-08-05T19:49:12Z</dcterms:modified>
  <cp:category/>
</cp:coreProperties>
</file>