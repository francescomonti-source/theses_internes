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7924" y="1894657"/>
              <a:ext cx="6622320" cy="383157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7924" y="5261796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7924" y="4681255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7924" y="4100714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77924" y="3520173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77924" y="2939631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77924" y="2359090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7924" y="5552067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7924" y="4971526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7924" y="4390984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7924" y="3810443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7924" y="3229902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7924" y="2649361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7924" y="2068820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518794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586910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655026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723143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791259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859375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18794" y="3003491"/>
              <a:ext cx="0" cy="1214056"/>
            </a:xfrm>
            <a:custGeom>
              <a:avLst/>
              <a:pathLst>
                <a:path w="0" h="1214056">
                  <a:moveTo>
                    <a:pt x="0" y="121405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518794" y="55520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18250" y="4217548"/>
              <a:ext cx="801087" cy="1334518"/>
            </a:xfrm>
            <a:custGeom>
              <a:avLst/>
              <a:pathLst>
                <a:path w="801087" h="1334518">
                  <a:moveTo>
                    <a:pt x="0" y="0"/>
                  </a:moveTo>
                  <a:lnTo>
                    <a:pt x="0" y="1334518"/>
                  </a:lnTo>
                  <a:lnTo>
                    <a:pt x="801087" y="1334518"/>
                  </a:lnTo>
                  <a:lnTo>
                    <a:pt x="801087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18250" y="5552067"/>
              <a:ext cx="801087" cy="0"/>
            </a:xfrm>
            <a:custGeom>
              <a:avLst/>
              <a:pathLst>
                <a:path w="801087" h="0">
                  <a:moveTo>
                    <a:pt x="0" y="0"/>
                  </a:moveTo>
                  <a:lnTo>
                    <a:pt x="801087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62084" y="-1914575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586910" y="3337302"/>
              <a:ext cx="0" cy="592151"/>
            </a:xfrm>
            <a:custGeom>
              <a:avLst/>
              <a:pathLst>
                <a:path w="0" h="592151">
                  <a:moveTo>
                    <a:pt x="0" y="59215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86910" y="55520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2186367" y="3929454"/>
              <a:ext cx="801087" cy="1622612"/>
            </a:xfrm>
            <a:custGeom>
              <a:avLst/>
              <a:pathLst>
                <a:path w="801087" h="1622612">
                  <a:moveTo>
                    <a:pt x="0" y="0"/>
                  </a:moveTo>
                  <a:lnTo>
                    <a:pt x="0" y="1622612"/>
                  </a:lnTo>
                  <a:lnTo>
                    <a:pt x="801087" y="1622612"/>
                  </a:lnTo>
                  <a:lnTo>
                    <a:pt x="801087" y="0"/>
                  </a:lnTo>
                  <a:close/>
                </a:path>
              </a:pathLst>
            </a:custGeom>
            <a:solidFill>
              <a:srgbClr val="3B528B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186367" y="5552067"/>
              <a:ext cx="801087" cy="0"/>
            </a:xfrm>
            <a:custGeom>
              <a:avLst/>
              <a:pathLst>
                <a:path w="801087" h="0">
                  <a:moveTo>
                    <a:pt x="0" y="0"/>
                  </a:moveTo>
                  <a:lnTo>
                    <a:pt x="801087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55026" y="3128307"/>
              <a:ext cx="0" cy="542805"/>
            </a:xfrm>
            <a:custGeom>
              <a:avLst/>
              <a:pathLst>
                <a:path w="0" h="542805">
                  <a:moveTo>
                    <a:pt x="0" y="54280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5026" y="55520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3254483" y="3671113"/>
              <a:ext cx="801087" cy="1880953"/>
            </a:xfrm>
            <a:custGeom>
              <a:avLst/>
              <a:pathLst>
                <a:path w="801087" h="1880953">
                  <a:moveTo>
                    <a:pt x="0" y="0"/>
                  </a:moveTo>
                  <a:lnTo>
                    <a:pt x="0" y="1880953"/>
                  </a:lnTo>
                  <a:lnTo>
                    <a:pt x="801087" y="1880953"/>
                  </a:lnTo>
                  <a:lnTo>
                    <a:pt x="801087" y="0"/>
                  </a:lnTo>
                  <a:close/>
                </a:path>
              </a:pathLst>
            </a:custGeom>
            <a:solidFill>
              <a:srgbClr val="21908C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254483" y="4042660"/>
              <a:ext cx="801087" cy="0"/>
            </a:xfrm>
            <a:custGeom>
              <a:avLst/>
              <a:pathLst>
                <a:path w="801087" h="0">
                  <a:moveTo>
                    <a:pt x="0" y="0"/>
                  </a:moveTo>
                  <a:lnTo>
                    <a:pt x="801087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23143" y="3258929"/>
              <a:ext cx="0" cy="298253"/>
            </a:xfrm>
            <a:custGeom>
              <a:avLst/>
              <a:pathLst>
                <a:path w="0" h="298253">
                  <a:moveTo>
                    <a:pt x="0" y="29825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723143" y="4423640"/>
              <a:ext cx="0" cy="1128426"/>
            </a:xfrm>
            <a:custGeom>
              <a:avLst/>
              <a:pathLst>
                <a:path w="0" h="1128426">
                  <a:moveTo>
                    <a:pt x="0" y="0"/>
                  </a:moveTo>
                  <a:lnTo>
                    <a:pt x="0" y="112842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322599" y="3557182"/>
              <a:ext cx="801087" cy="866457"/>
            </a:xfrm>
            <a:custGeom>
              <a:avLst/>
              <a:pathLst>
                <a:path w="801087" h="866457">
                  <a:moveTo>
                    <a:pt x="0" y="0"/>
                  </a:moveTo>
                  <a:lnTo>
                    <a:pt x="0" y="866457"/>
                  </a:lnTo>
                  <a:lnTo>
                    <a:pt x="801087" y="866457"/>
                  </a:lnTo>
                  <a:lnTo>
                    <a:pt x="801087" y="0"/>
                  </a:lnTo>
                  <a:close/>
                </a:path>
              </a:pathLst>
            </a:custGeom>
            <a:solidFill>
              <a:srgbClr val="5DC86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22599" y="3874303"/>
              <a:ext cx="801087" cy="0"/>
            </a:xfrm>
            <a:custGeom>
              <a:avLst/>
              <a:pathLst>
                <a:path w="801087" h="0">
                  <a:moveTo>
                    <a:pt x="0" y="0"/>
                  </a:moveTo>
                  <a:lnTo>
                    <a:pt x="801087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5791259" y="2939631"/>
              <a:ext cx="0" cy="703180"/>
            </a:xfrm>
            <a:custGeom>
              <a:avLst/>
              <a:pathLst>
                <a:path w="0" h="703180">
                  <a:moveTo>
                    <a:pt x="0" y="70318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5791259" y="5460631"/>
              <a:ext cx="0" cy="91435"/>
            </a:xfrm>
            <a:custGeom>
              <a:avLst/>
              <a:pathLst>
                <a:path w="0" h="91435">
                  <a:moveTo>
                    <a:pt x="0" y="0"/>
                  </a:moveTo>
                  <a:lnTo>
                    <a:pt x="0" y="9143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390715" y="3642812"/>
              <a:ext cx="801087" cy="1817819"/>
            </a:xfrm>
            <a:custGeom>
              <a:avLst/>
              <a:pathLst>
                <a:path w="801087" h="1817819">
                  <a:moveTo>
                    <a:pt x="0" y="0"/>
                  </a:moveTo>
                  <a:lnTo>
                    <a:pt x="0" y="1817819"/>
                  </a:lnTo>
                  <a:lnTo>
                    <a:pt x="801087" y="1817819"/>
                  </a:lnTo>
                  <a:lnTo>
                    <a:pt x="801087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390715" y="4132644"/>
              <a:ext cx="801087" cy="0"/>
            </a:xfrm>
            <a:custGeom>
              <a:avLst/>
              <a:pathLst>
                <a:path w="801087" h="0">
                  <a:moveTo>
                    <a:pt x="0" y="0"/>
                  </a:moveTo>
                  <a:lnTo>
                    <a:pt x="801087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859375" y="3015102"/>
              <a:ext cx="0" cy="1364271"/>
            </a:xfrm>
            <a:custGeom>
              <a:avLst/>
              <a:pathLst>
                <a:path w="0" h="1364271">
                  <a:moveTo>
                    <a:pt x="0" y="136427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6859375" y="55520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6458832" y="4379374"/>
              <a:ext cx="801087" cy="1172693"/>
            </a:xfrm>
            <a:custGeom>
              <a:avLst/>
              <a:pathLst>
                <a:path w="801087" h="1172693">
                  <a:moveTo>
                    <a:pt x="0" y="0"/>
                  </a:moveTo>
                  <a:lnTo>
                    <a:pt x="0" y="1172693"/>
                  </a:lnTo>
                  <a:lnTo>
                    <a:pt x="801087" y="1172693"/>
                  </a:lnTo>
                  <a:lnTo>
                    <a:pt x="801087" y="0"/>
                  </a:lnTo>
                  <a:close/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458832" y="5552067"/>
              <a:ext cx="801087" cy="0"/>
            </a:xfrm>
            <a:custGeom>
              <a:avLst/>
              <a:pathLst>
                <a:path w="801087" h="0">
                  <a:moveTo>
                    <a:pt x="0" y="0"/>
                  </a:moveTo>
                  <a:lnTo>
                    <a:pt x="801087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82773" y="331729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650890" y="330568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719006" y="322441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787122" y="316345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14657" y="388332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650890" y="369174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82773" y="354370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6787122" y="431873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787122" y="451611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446541" y="427809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19006" y="40284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582773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6787122" y="344792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650890" y="40284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719006" y="286737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719006" y="377302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582773" y="361337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514657" y="370045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719006" y="312571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582773" y="397040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50890" y="359015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787122" y="448418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787122" y="386590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446541" y="406909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14657" y="379624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6787122" y="405458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50890" y="389783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514657" y="375560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787122" y="355241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446541" y="311120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787122" y="381656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650890" y="370626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719006" y="335793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582773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719006" y="398492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582773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787122" y="414456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82773" y="447838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514657" y="401685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514657" y="326504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719006" y="336954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719006" y="369465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719006" y="480928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82773" y="475413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719006" y="483251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582773" y="393847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446541" y="460900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446541" y="293123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650890" y="356112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5719006" y="339276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787122" y="429551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582773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650890" y="349726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650890" y="356402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719006" y="403136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6787122" y="40284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719006" y="329117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82773" y="305605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650890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19006" y="293123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82773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719006" y="408941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719006" y="375560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719006" y="313442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582773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719006" y="40284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82773" y="341889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719006" y="356402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719006" y="344792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650890" y="344792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446541" y="40284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719006" y="370916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82773" y="40284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5719006" y="394138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1446541" y="353500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1446541" y="417359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446541" y="431873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514657" y="40284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719006" y="489927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446541" y="489927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650890" y="344792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650890" y="431873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650890" y="327375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719006" y="426067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514657" y="40284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719006" y="431873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582773" y="385429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719006" y="420262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650890" y="39210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514657" y="-1919318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514657" y="385720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719006" y="376721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514657" y="343050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582773" y="359886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582773" y="359305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719006" y="431873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582773" y="376721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514657" y="460900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5719006" y="431873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719006" y="349726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719006" y="347694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82773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582773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650890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14657" y="460900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514657" y="36569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514657" y="355822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6787122" y="362208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719006" y="460900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719006" y="340147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82773" y="388042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1446541" y="498635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650890" y="344792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46541" y="489927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50890" y="318667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514657" y="498635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1446541" y="391815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719006" y="359015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650890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719006" y="359305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514657" y="356983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719006" y="398492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5719006" y="352919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650890" y="397040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650890" y="475413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446541" y="343630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514657" y="398782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50890" y="444935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719006" y="397040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719006" y="362788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5719006" y="511407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719006" y="440871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9006" y="428389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6787122" y="413005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719006" y="420842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1446541" y="408361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6787122" y="474542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787122" y="440291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6787122" y="515761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719006" y="431873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446541" y="466125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787122" y="399362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787122" y="294284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787122" y="39210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1446541" y="425777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446541" y="41358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582773" y="348855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787122" y="341018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6787122" y="371496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6787122" y="511407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6787122" y="383397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787122" y="408361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787122" y="482670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6787122" y="450740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787122" y="344792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650890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446541" y="315764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19006" y="315764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582773" y="491959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650890" y="396750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787122" y="441161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787122" y="446386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877924" y="1894657"/>
              <a:ext cx="6622320" cy="383157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tx318"/>
            <p:cNvSpPr/>
            <p:nvPr/>
          </p:nvSpPr>
          <p:spPr>
            <a:xfrm>
              <a:off x="753139" y="551037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19" name="tx319"/>
            <p:cNvSpPr/>
            <p:nvPr/>
          </p:nvSpPr>
          <p:spPr>
            <a:xfrm>
              <a:off x="753139" y="493119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0" name="tx320"/>
            <p:cNvSpPr/>
            <p:nvPr/>
          </p:nvSpPr>
          <p:spPr>
            <a:xfrm>
              <a:off x="753139" y="4350657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753139" y="3768752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2" name="tx322"/>
            <p:cNvSpPr/>
            <p:nvPr/>
          </p:nvSpPr>
          <p:spPr>
            <a:xfrm>
              <a:off x="753139" y="3188156"/>
              <a:ext cx="62155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690983" y="260766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690983" y="2028492"/>
              <a:ext cx="12431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325" name="pl325"/>
            <p:cNvSpPr/>
            <p:nvPr/>
          </p:nvSpPr>
          <p:spPr>
            <a:xfrm>
              <a:off x="843130" y="5552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843130" y="49715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843130" y="43909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843130" y="38104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843130" y="32299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843130" y="26493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843130" y="20688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1518794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2586910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3655026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4723143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5791259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6859375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tx338"/>
            <p:cNvSpPr/>
            <p:nvPr/>
          </p:nvSpPr>
          <p:spPr>
            <a:xfrm>
              <a:off x="1453582" y="5787168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F0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2521699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F1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3589815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F2</a:t>
              </a:r>
            </a:p>
          </p:txBody>
        </p:sp>
        <p:sp>
          <p:nvSpPr>
            <p:cNvPr id="341" name="tx341"/>
            <p:cNvSpPr/>
            <p:nvPr/>
          </p:nvSpPr>
          <p:spPr>
            <a:xfrm>
              <a:off x="4657931" y="5787168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F3</a:t>
              </a:r>
            </a:p>
          </p:txBody>
        </p:sp>
        <p:sp>
          <p:nvSpPr>
            <p:cNvPr id="342" name="tx342"/>
            <p:cNvSpPr/>
            <p:nvPr/>
          </p:nvSpPr>
          <p:spPr>
            <a:xfrm>
              <a:off x="5726047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F4</a:t>
              </a:r>
            </a:p>
          </p:txBody>
        </p:sp>
        <p:sp>
          <p:nvSpPr>
            <p:cNvPr id="343" name="tx343"/>
            <p:cNvSpPr/>
            <p:nvPr/>
          </p:nvSpPr>
          <p:spPr>
            <a:xfrm>
              <a:off x="6778666" y="5788859"/>
              <a:ext cx="161418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NA</a:t>
              </a:r>
            </a:p>
          </p:txBody>
        </p:sp>
        <p:sp>
          <p:nvSpPr>
            <p:cNvPr id="344" name="tx344"/>
            <p:cNvSpPr/>
            <p:nvPr/>
          </p:nvSpPr>
          <p:spPr>
            <a:xfrm>
              <a:off x="3191642" y="5896069"/>
              <a:ext cx="199488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Stade fibrose au diagnostique</a:t>
              </a:r>
            </a:p>
          </p:txBody>
        </p:sp>
        <p:sp>
          <p:nvSpPr>
            <p:cNvPr id="345" name="tx345"/>
            <p:cNvSpPr/>
            <p:nvPr/>
          </p:nvSpPr>
          <p:spPr>
            <a:xfrm rot="-5400000">
              <a:off x="-90742" y="3744891"/>
              <a:ext cx="130395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CV au diagnostique</a:t>
              </a:r>
            </a:p>
          </p:txBody>
        </p:sp>
        <p:sp>
          <p:nvSpPr>
            <p:cNvPr id="346" name="rc346"/>
            <p:cNvSpPr/>
            <p:nvPr/>
          </p:nvSpPr>
          <p:spPr>
            <a:xfrm>
              <a:off x="7639423" y="2982992"/>
              <a:ext cx="977787" cy="16549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7709012" y="3037813"/>
              <a:ext cx="838609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score_fibrose</a:t>
              </a:r>
            </a:p>
          </p:txBody>
        </p:sp>
        <p:sp>
          <p:nvSpPr>
            <p:cNvPr id="348" name="rc348"/>
            <p:cNvSpPr/>
            <p:nvPr/>
          </p:nvSpPr>
          <p:spPr>
            <a:xfrm>
              <a:off x="7709012" y="325157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818740" y="341616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818740" y="327351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7736444" y="3306434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736444" y="336129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7709012" y="347102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818740" y="363561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818740" y="349297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7736444" y="3525890"/>
              <a:ext cx="164592" cy="109727"/>
            </a:xfrm>
            <a:prstGeom prst="rect">
              <a:avLst/>
            </a:prstGeom>
            <a:solidFill>
              <a:srgbClr val="3B528B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736444" y="3580754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7709012" y="369048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818740" y="385507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818740" y="371242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7736444" y="3745346"/>
              <a:ext cx="164592" cy="109727"/>
            </a:xfrm>
            <a:prstGeom prst="rect">
              <a:avLst/>
            </a:prstGeom>
            <a:solidFill>
              <a:srgbClr val="21908C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736444" y="3800210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7709012" y="390993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818740" y="407453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818740" y="393188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7736444" y="3964802"/>
              <a:ext cx="164592" cy="109727"/>
            </a:xfrm>
            <a:prstGeom prst="rect">
              <a:avLst/>
            </a:prstGeom>
            <a:solidFill>
              <a:srgbClr val="5DC86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736444" y="401966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7709012" y="412939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818740" y="429398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818740" y="415133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7736444" y="4184258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36444" y="423912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7709012" y="434885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18740" y="451344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818740" y="437079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7736444" y="4403714"/>
              <a:ext cx="164592" cy="109727"/>
            </a:xfrm>
            <a:prstGeom prst="rect">
              <a:avLst/>
            </a:pr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736444" y="445857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8" name="tx378"/>
            <p:cNvSpPr/>
            <p:nvPr/>
          </p:nvSpPr>
          <p:spPr>
            <a:xfrm>
              <a:off x="7998057" y="3319606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F0</a:t>
              </a:r>
            </a:p>
          </p:txBody>
        </p:sp>
        <p:sp>
          <p:nvSpPr>
            <p:cNvPr id="379" name="tx379"/>
            <p:cNvSpPr/>
            <p:nvPr/>
          </p:nvSpPr>
          <p:spPr>
            <a:xfrm>
              <a:off x="7998057" y="3540426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F1</a:t>
              </a:r>
            </a:p>
          </p:txBody>
        </p:sp>
        <p:sp>
          <p:nvSpPr>
            <p:cNvPr id="380" name="tx380"/>
            <p:cNvSpPr/>
            <p:nvPr/>
          </p:nvSpPr>
          <p:spPr>
            <a:xfrm>
              <a:off x="7998057" y="375988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F2</a:t>
              </a:r>
            </a:p>
          </p:txBody>
        </p:sp>
        <p:sp>
          <p:nvSpPr>
            <p:cNvPr id="381" name="tx381"/>
            <p:cNvSpPr/>
            <p:nvPr/>
          </p:nvSpPr>
          <p:spPr>
            <a:xfrm>
              <a:off x="7998057" y="3977919"/>
              <a:ext cx="130423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F3</a:t>
              </a:r>
            </a:p>
          </p:txBody>
        </p:sp>
        <p:sp>
          <p:nvSpPr>
            <p:cNvPr id="382" name="tx382"/>
            <p:cNvSpPr/>
            <p:nvPr/>
          </p:nvSpPr>
          <p:spPr>
            <a:xfrm>
              <a:off x="7998057" y="4199122"/>
              <a:ext cx="130423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F4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7998057" y="4418578"/>
              <a:ext cx="15525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NA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877924" y="1632462"/>
              <a:ext cx="3232636" cy="157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Charge virale vs fibrose au diagnostique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2025-08-05T17:50:57Z</dcterms:modified>
  <cp:category/>
</cp:coreProperties>
</file>