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0080" y="1894657"/>
              <a:ext cx="6560165" cy="383157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0080" y="5444803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0080" y="5162530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0080" y="4880257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0080" y="4597984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0080" y="4315712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0080" y="4033439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0080" y="3751166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0080" y="3468893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0080" y="3186620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0080" y="2904347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0080" y="2622075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40080" y="2339802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40080" y="2057529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40080" y="5585939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40080" y="5303667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40080" y="5021394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0080" y="4739121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0080" y="4456848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40080" y="4174575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0080" y="3892302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0080" y="3610030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0080" y="3327757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40080" y="3045484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0080" y="2763211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0080" y="2480938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0080" y="2198665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40080" y="1916392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574935" y="1894657"/>
              <a:ext cx="0" cy="3831571"/>
            </a:xfrm>
            <a:custGeom>
              <a:avLst/>
              <a:pathLst>
                <a:path w="0" h="3831571">
                  <a:moveTo>
                    <a:pt x="0" y="38315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33026" y="1894657"/>
              <a:ext cx="0" cy="3831571"/>
            </a:xfrm>
            <a:custGeom>
              <a:avLst/>
              <a:pathLst>
                <a:path w="0" h="3831571">
                  <a:moveTo>
                    <a:pt x="0" y="38315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691117" y="1894657"/>
              <a:ext cx="0" cy="3831571"/>
            </a:xfrm>
            <a:custGeom>
              <a:avLst/>
              <a:pathLst>
                <a:path w="0" h="3831571">
                  <a:moveTo>
                    <a:pt x="0" y="38315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49208" y="1894657"/>
              <a:ext cx="0" cy="3831571"/>
            </a:xfrm>
            <a:custGeom>
              <a:avLst/>
              <a:pathLst>
                <a:path w="0" h="3831571">
                  <a:moveTo>
                    <a:pt x="0" y="38315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807299" y="1894657"/>
              <a:ext cx="0" cy="3831571"/>
            </a:xfrm>
            <a:custGeom>
              <a:avLst/>
              <a:pathLst>
                <a:path w="0" h="3831571">
                  <a:moveTo>
                    <a:pt x="0" y="38315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6865390" y="1894657"/>
              <a:ext cx="0" cy="3831571"/>
            </a:xfrm>
            <a:custGeom>
              <a:avLst/>
              <a:pathLst>
                <a:path w="0" h="3831571">
                  <a:moveTo>
                    <a:pt x="0" y="38315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550109" y="3946513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574935" y="4682666"/>
              <a:ext cx="0" cy="474218"/>
            </a:xfrm>
            <a:custGeom>
              <a:avLst/>
              <a:pathLst>
                <a:path w="0" h="474218">
                  <a:moveTo>
                    <a:pt x="0" y="4742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574935" y="5478676"/>
              <a:ext cx="0" cy="67745"/>
            </a:xfrm>
            <a:custGeom>
              <a:avLst/>
              <a:pathLst>
                <a:path w="0" h="67745">
                  <a:moveTo>
                    <a:pt x="0" y="0"/>
                  </a:moveTo>
                  <a:lnTo>
                    <a:pt x="0" y="6774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1178150" y="5156885"/>
              <a:ext cx="793568" cy="321791"/>
            </a:xfrm>
            <a:custGeom>
              <a:avLst/>
              <a:pathLst>
                <a:path w="793568" h="321791">
                  <a:moveTo>
                    <a:pt x="0" y="0"/>
                  </a:moveTo>
                  <a:lnTo>
                    <a:pt x="0" y="321791"/>
                  </a:lnTo>
                  <a:lnTo>
                    <a:pt x="793568" y="321791"/>
                  </a:lnTo>
                  <a:lnTo>
                    <a:pt x="793568" y="0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178150" y="5340362"/>
              <a:ext cx="793568" cy="0"/>
            </a:xfrm>
            <a:custGeom>
              <a:avLst/>
              <a:pathLst>
                <a:path w="793568" h="0">
                  <a:moveTo>
                    <a:pt x="0" y="0"/>
                  </a:moveTo>
                  <a:lnTo>
                    <a:pt x="79356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608200" y="3799731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608200" y="4990922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608200" y="5030441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608200" y="3867476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608200" y="4968341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608200" y="5041731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33026" y="5179467"/>
              <a:ext cx="0" cy="127022"/>
            </a:xfrm>
            <a:custGeom>
              <a:avLst/>
              <a:pathLst>
                <a:path w="0" h="127022">
                  <a:moveTo>
                    <a:pt x="0" y="12702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33026" y="5464562"/>
              <a:ext cx="0" cy="87504"/>
            </a:xfrm>
            <a:custGeom>
              <a:avLst/>
              <a:pathLst>
                <a:path w="0" h="87504">
                  <a:moveTo>
                    <a:pt x="0" y="0"/>
                  </a:moveTo>
                  <a:lnTo>
                    <a:pt x="0" y="8750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2236241" y="5306489"/>
              <a:ext cx="793568" cy="158072"/>
            </a:xfrm>
            <a:custGeom>
              <a:avLst/>
              <a:pathLst>
                <a:path w="793568" h="158072">
                  <a:moveTo>
                    <a:pt x="0" y="0"/>
                  </a:moveTo>
                  <a:lnTo>
                    <a:pt x="0" y="158072"/>
                  </a:lnTo>
                  <a:lnTo>
                    <a:pt x="793568" y="158072"/>
                  </a:lnTo>
                  <a:lnTo>
                    <a:pt x="793568" y="0"/>
                  </a:lnTo>
                  <a:close/>
                </a:path>
              </a:pathLst>
            </a:custGeom>
            <a:solidFill>
              <a:srgbClr val="3B528B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236241" y="5388348"/>
              <a:ext cx="793568" cy="0"/>
            </a:xfrm>
            <a:custGeom>
              <a:avLst/>
              <a:pathLst>
                <a:path w="793568" h="0">
                  <a:moveTo>
                    <a:pt x="0" y="0"/>
                  </a:moveTo>
                  <a:lnTo>
                    <a:pt x="79356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666291" y="4358631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666291" y="3173085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691117" y="4727830"/>
              <a:ext cx="0" cy="316145"/>
            </a:xfrm>
            <a:custGeom>
              <a:avLst/>
              <a:pathLst>
                <a:path w="0" h="316145">
                  <a:moveTo>
                    <a:pt x="0" y="31614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691117" y="5402462"/>
              <a:ext cx="0" cy="127022"/>
            </a:xfrm>
            <a:custGeom>
              <a:avLst/>
              <a:pathLst>
                <a:path w="0" h="127022">
                  <a:moveTo>
                    <a:pt x="0" y="0"/>
                  </a:moveTo>
                  <a:lnTo>
                    <a:pt x="0" y="12702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3294333" y="5043976"/>
              <a:ext cx="793568" cy="358486"/>
            </a:xfrm>
            <a:custGeom>
              <a:avLst/>
              <a:pathLst>
                <a:path w="793568" h="358486">
                  <a:moveTo>
                    <a:pt x="0" y="0"/>
                  </a:moveTo>
                  <a:lnTo>
                    <a:pt x="0" y="358486"/>
                  </a:lnTo>
                  <a:lnTo>
                    <a:pt x="793568" y="358486"/>
                  </a:lnTo>
                  <a:lnTo>
                    <a:pt x="793568" y="0"/>
                  </a:lnTo>
                  <a:close/>
                </a:path>
              </a:pathLst>
            </a:custGeom>
            <a:solidFill>
              <a:srgbClr val="21908C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94333" y="5247212"/>
              <a:ext cx="793568" cy="0"/>
            </a:xfrm>
            <a:custGeom>
              <a:avLst/>
              <a:pathLst>
                <a:path w="793568" h="0">
                  <a:moveTo>
                    <a:pt x="0" y="0"/>
                  </a:moveTo>
                  <a:lnTo>
                    <a:pt x="79356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724382" y="2896458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724382" y="2873876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749208" y="4191512"/>
              <a:ext cx="0" cy="491154"/>
            </a:xfrm>
            <a:custGeom>
              <a:avLst/>
              <a:pathLst>
                <a:path w="0" h="491154">
                  <a:moveTo>
                    <a:pt x="0" y="49115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749208" y="5317780"/>
              <a:ext cx="0" cy="110086"/>
            </a:xfrm>
            <a:custGeom>
              <a:avLst/>
              <a:pathLst>
                <a:path w="0" h="110086">
                  <a:moveTo>
                    <a:pt x="0" y="0"/>
                  </a:moveTo>
                  <a:lnTo>
                    <a:pt x="0" y="11008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4352424" y="4682666"/>
              <a:ext cx="793568" cy="635113"/>
            </a:xfrm>
            <a:custGeom>
              <a:avLst/>
              <a:pathLst>
                <a:path w="793568" h="635113">
                  <a:moveTo>
                    <a:pt x="0" y="0"/>
                  </a:moveTo>
                  <a:lnTo>
                    <a:pt x="0" y="635113"/>
                  </a:lnTo>
                  <a:lnTo>
                    <a:pt x="793568" y="635113"/>
                  </a:lnTo>
                  <a:lnTo>
                    <a:pt x="793568" y="0"/>
                  </a:lnTo>
                  <a:close/>
                </a:path>
              </a:pathLst>
            </a:custGeom>
            <a:solidFill>
              <a:srgbClr val="5DC86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4352424" y="5094785"/>
              <a:ext cx="793568" cy="0"/>
            </a:xfrm>
            <a:custGeom>
              <a:avLst/>
              <a:pathLst>
                <a:path w="793568" h="0">
                  <a:moveTo>
                    <a:pt x="0" y="0"/>
                  </a:moveTo>
                  <a:lnTo>
                    <a:pt x="79356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782473" y="4048131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5782473" y="3771504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782473" y="3963449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807299" y="4518948"/>
              <a:ext cx="0" cy="479863"/>
            </a:xfrm>
            <a:custGeom>
              <a:avLst/>
              <a:pathLst>
                <a:path w="0" h="479863">
                  <a:moveTo>
                    <a:pt x="0" y="47986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807299" y="5348830"/>
              <a:ext cx="0" cy="169363"/>
            </a:xfrm>
            <a:custGeom>
              <a:avLst/>
              <a:pathLst>
                <a:path w="0" h="169363">
                  <a:moveTo>
                    <a:pt x="0" y="0"/>
                  </a:moveTo>
                  <a:lnTo>
                    <a:pt x="0" y="16936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5410515" y="4998812"/>
              <a:ext cx="793568" cy="350018"/>
            </a:xfrm>
            <a:custGeom>
              <a:avLst/>
              <a:pathLst>
                <a:path w="793568" h="350018">
                  <a:moveTo>
                    <a:pt x="0" y="0"/>
                  </a:moveTo>
                  <a:lnTo>
                    <a:pt x="0" y="350018"/>
                  </a:lnTo>
                  <a:lnTo>
                    <a:pt x="793568" y="350018"/>
                  </a:lnTo>
                  <a:lnTo>
                    <a:pt x="793568" y="0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10515" y="5218985"/>
              <a:ext cx="793568" cy="0"/>
            </a:xfrm>
            <a:custGeom>
              <a:avLst/>
              <a:pathLst>
                <a:path w="793568" h="0">
                  <a:moveTo>
                    <a:pt x="0" y="0"/>
                  </a:moveTo>
                  <a:lnTo>
                    <a:pt x="79356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6840564" y="3771504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6840564" y="2043994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840564" y="4516704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6840564" y="4307822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6840564" y="4279595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865390" y="4778639"/>
              <a:ext cx="0" cy="337316"/>
            </a:xfrm>
            <a:custGeom>
              <a:avLst/>
              <a:pathLst>
                <a:path w="0" h="337316">
                  <a:moveTo>
                    <a:pt x="0" y="33731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865390" y="5440569"/>
              <a:ext cx="0" cy="88915"/>
            </a:xfrm>
            <a:custGeom>
              <a:avLst/>
              <a:pathLst>
                <a:path w="0" h="88915">
                  <a:moveTo>
                    <a:pt x="0" y="0"/>
                  </a:moveTo>
                  <a:lnTo>
                    <a:pt x="0" y="8891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468606" y="5115955"/>
              <a:ext cx="793568" cy="324613"/>
            </a:xfrm>
            <a:custGeom>
              <a:avLst/>
              <a:pathLst>
                <a:path w="793568" h="324613">
                  <a:moveTo>
                    <a:pt x="0" y="0"/>
                  </a:moveTo>
                  <a:lnTo>
                    <a:pt x="0" y="324613"/>
                  </a:lnTo>
                  <a:lnTo>
                    <a:pt x="793568" y="324613"/>
                  </a:lnTo>
                  <a:lnTo>
                    <a:pt x="793568" y="0"/>
                  </a:lnTo>
                  <a:close/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468606" y="5340362"/>
              <a:ext cx="793568" cy="0"/>
            </a:xfrm>
            <a:custGeom>
              <a:avLst/>
              <a:pathLst>
                <a:path w="793568" h="0">
                  <a:moveTo>
                    <a:pt x="0" y="0"/>
                  </a:moveTo>
                  <a:lnTo>
                    <a:pt x="79356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940080" y="1894657"/>
              <a:ext cx="6560165" cy="3831571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815294" y="554424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53139" y="526197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90983" y="4979702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690983" y="4697429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690983" y="4415156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90983" y="4132883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90983" y="3850611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690983" y="3568338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350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690983" y="3286065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690983" y="3003792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450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90983" y="2721519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690983" y="2439246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690983" y="2156974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600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690983" y="1874701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650</a:t>
              </a:r>
            </a:p>
          </p:txBody>
        </p:sp>
        <p:sp>
          <p:nvSpPr>
            <p:cNvPr id="97" name="pl97"/>
            <p:cNvSpPr/>
            <p:nvPr/>
          </p:nvSpPr>
          <p:spPr>
            <a:xfrm>
              <a:off x="905285" y="55859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905285" y="53036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905285" y="50213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905285" y="473912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905285" y="445684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905285" y="41745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905285" y="38923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905285" y="36100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905285" y="33277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905285" y="304548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905285" y="276321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905285" y="248093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905285" y="219866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905285" y="191639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1574935" y="57262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2633026" y="57262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3691117" y="57262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749208" y="57262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807299" y="57262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6865390" y="57262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tx117"/>
            <p:cNvSpPr/>
            <p:nvPr/>
          </p:nvSpPr>
          <p:spPr>
            <a:xfrm>
              <a:off x="1509723" y="5787168"/>
              <a:ext cx="130423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F0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567814" y="5788532"/>
              <a:ext cx="130423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F1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3625905" y="5788532"/>
              <a:ext cx="130423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F2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4683996" y="5787168"/>
              <a:ext cx="130423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F3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5742088" y="5788532"/>
              <a:ext cx="130423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F4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6784681" y="5788859"/>
              <a:ext cx="161418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672822" y="5923695"/>
              <a:ext cx="1094680" cy="103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Score de fibrose</a:t>
              </a:r>
            </a:p>
          </p:txBody>
        </p:sp>
        <p:sp>
          <p:nvSpPr>
            <p:cNvPr id="124" name="tx124"/>
            <p:cNvSpPr/>
            <p:nvPr/>
          </p:nvSpPr>
          <p:spPr>
            <a:xfrm rot="-5400000">
              <a:off x="196570" y="3744891"/>
              <a:ext cx="72933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ALAT (U/L)</a:t>
              </a:r>
            </a:p>
          </p:txBody>
        </p:sp>
        <p:sp>
          <p:nvSpPr>
            <p:cNvPr id="125" name="rc125"/>
            <p:cNvSpPr/>
            <p:nvPr/>
          </p:nvSpPr>
          <p:spPr>
            <a:xfrm>
              <a:off x="7639423" y="2982992"/>
              <a:ext cx="977787" cy="16549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tx126"/>
            <p:cNvSpPr/>
            <p:nvPr/>
          </p:nvSpPr>
          <p:spPr>
            <a:xfrm>
              <a:off x="7709012" y="3037813"/>
              <a:ext cx="838609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score_fibrose</a:t>
              </a:r>
            </a:p>
          </p:txBody>
        </p:sp>
        <p:sp>
          <p:nvSpPr>
            <p:cNvPr id="127" name="rc127"/>
            <p:cNvSpPr/>
            <p:nvPr/>
          </p:nvSpPr>
          <p:spPr>
            <a:xfrm>
              <a:off x="7709012" y="325157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7818740" y="3416162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7818740" y="3273515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7736444" y="3306434"/>
              <a:ext cx="164592" cy="109727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7736444" y="3361298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7709012" y="347102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7818740" y="3635618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7818740" y="3492971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7736444" y="3525890"/>
              <a:ext cx="164592" cy="109727"/>
            </a:xfrm>
            <a:prstGeom prst="rect">
              <a:avLst/>
            </a:prstGeom>
            <a:solidFill>
              <a:srgbClr val="3B528B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7736444" y="3580754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7709012" y="3690482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7818740" y="3855074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7818740" y="3712427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7736444" y="3745346"/>
              <a:ext cx="164592" cy="109727"/>
            </a:xfrm>
            <a:prstGeom prst="rect">
              <a:avLst/>
            </a:prstGeom>
            <a:solidFill>
              <a:srgbClr val="21908C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7736444" y="3800210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7709012" y="390993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7818740" y="4074530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7818740" y="3931883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7736444" y="3964802"/>
              <a:ext cx="164592" cy="109727"/>
            </a:xfrm>
            <a:prstGeom prst="rect">
              <a:avLst/>
            </a:prstGeom>
            <a:solidFill>
              <a:srgbClr val="5DC86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7736444" y="4019666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7709012" y="412939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7818740" y="4293986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7818740" y="4151339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7736444" y="4184258"/>
              <a:ext cx="164592" cy="109727"/>
            </a:xfrm>
            <a:prstGeom prst="rect">
              <a:avLst/>
            </a:pr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7736444" y="4239122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7709012" y="434885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7818740" y="4513442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7818740" y="4370795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7736444" y="4403714"/>
              <a:ext cx="164592" cy="109727"/>
            </a:xfrm>
            <a:prstGeom prst="rect">
              <a:avLst/>
            </a:pr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7736444" y="4458578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tx157"/>
            <p:cNvSpPr/>
            <p:nvPr/>
          </p:nvSpPr>
          <p:spPr>
            <a:xfrm>
              <a:off x="7998057" y="3319606"/>
              <a:ext cx="130423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F0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7998057" y="3540426"/>
              <a:ext cx="130423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F1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7998057" y="3759882"/>
              <a:ext cx="130423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F2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7998057" y="3977919"/>
              <a:ext cx="130423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F3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7998057" y="4199122"/>
              <a:ext cx="130423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F4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7998057" y="4418578"/>
              <a:ext cx="155252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940080" y="1634673"/>
              <a:ext cx="2086577" cy="1551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ALAT par stade de fibrose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2025-08-05T19:49:10Z</dcterms:modified>
  <cp:category/>
</cp:coreProperties>
</file>