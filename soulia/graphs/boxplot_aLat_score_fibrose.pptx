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0080" y="544480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0080" y="516253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0080" y="48802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0080" y="459798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0080" y="431571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0080" y="40334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0080" y="375116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0080" y="346889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0080" y="318662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0080" y="290434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0080" y="262207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0080" y="233980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40080" y="205752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40080" y="55859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40080" y="530366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0080" y="502139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0080" y="473912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0080" y="445684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0080" y="417457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0080" y="389230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0080" y="361003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0080" y="33277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0080" y="304548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0080" y="276321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0080" y="248093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0080" y="219866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0080" y="191639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493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33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91117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49208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80729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86539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50109" y="394651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574935" y="4682666"/>
              <a:ext cx="0" cy="474218"/>
            </a:xfrm>
            <a:custGeom>
              <a:avLst/>
              <a:pathLst>
                <a:path w="0" h="474218">
                  <a:moveTo>
                    <a:pt x="0" y="4742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574935" y="5478676"/>
              <a:ext cx="0" cy="67745"/>
            </a:xfrm>
            <a:custGeom>
              <a:avLst/>
              <a:pathLst>
                <a:path w="0" h="67745">
                  <a:moveTo>
                    <a:pt x="0" y="0"/>
                  </a:moveTo>
                  <a:lnTo>
                    <a:pt x="0" y="6774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178150" y="5156885"/>
              <a:ext cx="793568" cy="321791"/>
            </a:xfrm>
            <a:custGeom>
              <a:avLst/>
              <a:pathLst>
                <a:path w="793568" h="321791">
                  <a:moveTo>
                    <a:pt x="0" y="0"/>
                  </a:moveTo>
                  <a:lnTo>
                    <a:pt x="0" y="321791"/>
                  </a:lnTo>
                  <a:lnTo>
                    <a:pt x="793568" y="321791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78150" y="534036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08200" y="37997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608200" y="499092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608200" y="50304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08200" y="38674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08200" y="49683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08200" y="50417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33026" y="5179467"/>
              <a:ext cx="0" cy="127022"/>
            </a:xfrm>
            <a:custGeom>
              <a:avLst/>
              <a:pathLst>
                <a:path w="0" h="127022">
                  <a:moveTo>
                    <a:pt x="0" y="1270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33026" y="5464562"/>
              <a:ext cx="0" cy="87504"/>
            </a:xfrm>
            <a:custGeom>
              <a:avLst/>
              <a:pathLst>
                <a:path w="0" h="87504">
                  <a:moveTo>
                    <a:pt x="0" y="0"/>
                  </a:moveTo>
                  <a:lnTo>
                    <a:pt x="0" y="8750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236241" y="5306489"/>
              <a:ext cx="793568" cy="158072"/>
            </a:xfrm>
            <a:custGeom>
              <a:avLst/>
              <a:pathLst>
                <a:path w="793568" h="158072">
                  <a:moveTo>
                    <a:pt x="0" y="0"/>
                  </a:moveTo>
                  <a:lnTo>
                    <a:pt x="0" y="158072"/>
                  </a:lnTo>
                  <a:lnTo>
                    <a:pt x="793568" y="158072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236241" y="5388348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666291" y="43586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666291" y="317308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691117" y="4727830"/>
              <a:ext cx="0" cy="316145"/>
            </a:xfrm>
            <a:custGeom>
              <a:avLst/>
              <a:pathLst>
                <a:path w="0" h="316145">
                  <a:moveTo>
                    <a:pt x="0" y="3161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691117" y="5402462"/>
              <a:ext cx="0" cy="127022"/>
            </a:xfrm>
            <a:custGeom>
              <a:avLst/>
              <a:pathLst>
                <a:path w="0" h="127022">
                  <a:moveTo>
                    <a:pt x="0" y="0"/>
                  </a:moveTo>
                  <a:lnTo>
                    <a:pt x="0" y="12702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3294333" y="5043976"/>
              <a:ext cx="793568" cy="358486"/>
            </a:xfrm>
            <a:custGeom>
              <a:avLst/>
              <a:pathLst>
                <a:path w="793568" h="358486">
                  <a:moveTo>
                    <a:pt x="0" y="0"/>
                  </a:moveTo>
                  <a:lnTo>
                    <a:pt x="0" y="358486"/>
                  </a:lnTo>
                  <a:lnTo>
                    <a:pt x="793568" y="358486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94333" y="524721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4382" y="28964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724382" y="28738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49208" y="4191512"/>
              <a:ext cx="0" cy="491154"/>
            </a:xfrm>
            <a:custGeom>
              <a:avLst/>
              <a:pathLst>
                <a:path w="0" h="491154">
                  <a:moveTo>
                    <a:pt x="0" y="49115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49208" y="5317780"/>
              <a:ext cx="0" cy="110086"/>
            </a:xfrm>
            <a:custGeom>
              <a:avLst/>
              <a:pathLst>
                <a:path w="0" h="110086">
                  <a:moveTo>
                    <a:pt x="0" y="0"/>
                  </a:moveTo>
                  <a:lnTo>
                    <a:pt x="0" y="11008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352424" y="4682666"/>
              <a:ext cx="793568" cy="635113"/>
            </a:xfrm>
            <a:custGeom>
              <a:avLst/>
              <a:pathLst>
                <a:path w="793568" h="635113">
                  <a:moveTo>
                    <a:pt x="0" y="0"/>
                  </a:moveTo>
                  <a:lnTo>
                    <a:pt x="0" y="635113"/>
                  </a:lnTo>
                  <a:lnTo>
                    <a:pt x="793568" y="63511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352424" y="5094785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82473" y="40481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82473" y="37715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82473" y="39634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5807299" y="4518948"/>
              <a:ext cx="0" cy="479863"/>
            </a:xfrm>
            <a:custGeom>
              <a:avLst/>
              <a:pathLst>
                <a:path w="0" h="479863">
                  <a:moveTo>
                    <a:pt x="0" y="47986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807299" y="5348830"/>
              <a:ext cx="0" cy="169363"/>
            </a:xfrm>
            <a:custGeom>
              <a:avLst/>
              <a:pathLst>
                <a:path w="0" h="169363">
                  <a:moveTo>
                    <a:pt x="0" y="0"/>
                  </a:moveTo>
                  <a:lnTo>
                    <a:pt x="0" y="16936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410515" y="4998812"/>
              <a:ext cx="793568" cy="350018"/>
            </a:xfrm>
            <a:custGeom>
              <a:avLst/>
              <a:pathLst>
                <a:path w="793568" h="350018">
                  <a:moveTo>
                    <a:pt x="0" y="0"/>
                  </a:moveTo>
                  <a:lnTo>
                    <a:pt x="0" y="350018"/>
                  </a:lnTo>
                  <a:lnTo>
                    <a:pt x="793568" y="350018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410515" y="5218985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40564" y="37715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40564" y="20439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40564" y="45167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40564" y="430782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840564" y="427959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6865390" y="4778639"/>
              <a:ext cx="0" cy="337316"/>
            </a:xfrm>
            <a:custGeom>
              <a:avLst/>
              <a:pathLst>
                <a:path w="0" h="337316">
                  <a:moveTo>
                    <a:pt x="0" y="33731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6865390" y="5440569"/>
              <a:ext cx="0" cy="88915"/>
            </a:xfrm>
            <a:custGeom>
              <a:avLst/>
              <a:pathLst>
                <a:path w="0" h="88915">
                  <a:moveTo>
                    <a:pt x="0" y="0"/>
                  </a:moveTo>
                  <a:lnTo>
                    <a:pt x="0" y="8891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6468606" y="5115955"/>
              <a:ext cx="793568" cy="324613"/>
            </a:xfrm>
            <a:custGeom>
              <a:avLst/>
              <a:pathLst>
                <a:path w="793568" h="324613">
                  <a:moveTo>
                    <a:pt x="0" y="0"/>
                  </a:moveTo>
                  <a:lnTo>
                    <a:pt x="0" y="324613"/>
                  </a:lnTo>
                  <a:lnTo>
                    <a:pt x="793568" y="324613"/>
                  </a:lnTo>
                  <a:lnTo>
                    <a:pt x="793568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468606" y="534036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815294" y="554424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3139" y="526197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0983" y="497970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90983" y="469742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90983" y="441515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90983" y="4132883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90983" y="385061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90983" y="356833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90983" y="3286065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690983" y="300379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690983" y="272151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90983" y="243924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550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90983" y="215697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90983" y="187470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650</a:t>
              </a:r>
            </a:p>
          </p:txBody>
        </p:sp>
        <p:sp>
          <p:nvSpPr>
            <p:cNvPr id="97" name="pl97"/>
            <p:cNvSpPr/>
            <p:nvPr/>
          </p:nvSpPr>
          <p:spPr>
            <a:xfrm>
              <a:off x="905285" y="55859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905285" y="53036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905285" y="50213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905285" y="4739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905285" y="44568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905285" y="41745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905285" y="38923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905285" y="36100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905285" y="33277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905285" y="30454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05285" y="27632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905285" y="2480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05285" y="21986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05285" y="19163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57493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633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3691117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749208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80729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86539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1509723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567814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62590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683996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742088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784681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3672822" y="5923695"/>
              <a:ext cx="1094680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 de fibrose</a:t>
              </a:r>
            </a:p>
          </p:txBody>
        </p:sp>
        <p:sp>
          <p:nvSpPr>
            <p:cNvPr id="124" name="tx124"/>
            <p:cNvSpPr/>
            <p:nvPr/>
          </p:nvSpPr>
          <p:spPr>
            <a:xfrm rot="-5400000">
              <a:off x="196570" y="3744891"/>
              <a:ext cx="7293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ALAT (U/L)</a:t>
              </a:r>
            </a:p>
          </p:txBody>
        </p:sp>
        <p:sp>
          <p:nvSpPr>
            <p:cNvPr id="125" name="rc125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tx126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127" name="rc127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940080" y="1634673"/>
              <a:ext cx="2086577" cy="155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ALAT par stade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2025-08-05T23:32:17Z</dcterms:modified>
  <cp:category/>
</cp:coreProperties>
</file>