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0080" y="1894657"/>
              <a:ext cx="6560165" cy="38315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0080" y="5670868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0080" y="5433266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0080" y="5195664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0080" y="4958061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0080" y="4720459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0080" y="4482857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0080" y="4245255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0080" y="4007653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0080" y="3770051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0080" y="3532449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0080" y="3294847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40080" y="3057245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40080" y="2819642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40080" y="2582040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40080" y="2344438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0080" y="2106836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0080" y="5552067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0080" y="5314465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0080" y="5076862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0080" y="4839260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0080" y="4601658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0080" y="4364056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0080" y="4126454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0080" y="3888852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0080" y="3651250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0080" y="3413648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0080" y="3176046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0080" y="2938443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0080" y="2700841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0080" y="2463239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0080" y="2225637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0080" y="1988035"/>
              <a:ext cx="6560165" cy="0"/>
            </a:xfrm>
            <a:custGeom>
              <a:avLst/>
              <a:pathLst>
                <a:path w="6560165" h="0">
                  <a:moveTo>
                    <a:pt x="0" y="0"/>
                  </a:moveTo>
                  <a:lnTo>
                    <a:pt x="6560165" y="0"/>
                  </a:lnTo>
                  <a:lnTo>
                    <a:pt x="656016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574935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33026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91117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749208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807299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865390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550109" y="495699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550109" y="4553072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550109" y="496174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550109" y="503302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574935" y="5119631"/>
              <a:ext cx="0" cy="174637"/>
            </a:xfrm>
            <a:custGeom>
              <a:avLst/>
              <a:pathLst>
                <a:path w="0" h="174637">
                  <a:moveTo>
                    <a:pt x="0" y="1746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74935" y="5447522"/>
              <a:ext cx="0" cy="104544"/>
            </a:xfrm>
            <a:custGeom>
              <a:avLst/>
              <a:pathLst>
                <a:path w="0" h="104544">
                  <a:moveTo>
                    <a:pt x="0" y="0"/>
                  </a:moveTo>
                  <a:lnTo>
                    <a:pt x="0" y="10454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178150" y="5294268"/>
              <a:ext cx="793568" cy="153253"/>
            </a:xfrm>
            <a:custGeom>
              <a:avLst/>
              <a:pathLst>
                <a:path w="793568" h="153253">
                  <a:moveTo>
                    <a:pt x="0" y="0"/>
                  </a:moveTo>
                  <a:lnTo>
                    <a:pt x="0" y="153253"/>
                  </a:lnTo>
                  <a:lnTo>
                    <a:pt x="793568" y="153253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178150" y="5407129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608200" y="420142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8200" y="493323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608200" y="491422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608200" y="474315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608200" y="497600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3026" y="5081615"/>
              <a:ext cx="0" cy="192457"/>
            </a:xfrm>
            <a:custGeom>
              <a:avLst/>
              <a:pathLst>
                <a:path w="0" h="192457">
                  <a:moveTo>
                    <a:pt x="0" y="1924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3026" y="5419010"/>
              <a:ext cx="0" cy="52272"/>
            </a:xfrm>
            <a:custGeom>
              <a:avLst/>
              <a:pathLst>
                <a:path w="0" h="52272">
                  <a:moveTo>
                    <a:pt x="0" y="0"/>
                  </a:moveTo>
                  <a:lnTo>
                    <a:pt x="0" y="5227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2236241" y="5274072"/>
              <a:ext cx="793568" cy="144937"/>
            </a:xfrm>
            <a:custGeom>
              <a:avLst/>
              <a:pathLst>
                <a:path w="793568" h="144937">
                  <a:moveTo>
                    <a:pt x="0" y="0"/>
                  </a:moveTo>
                  <a:lnTo>
                    <a:pt x="0" y="144937"/>
                  </a:lnTo>
                  <a:lnTo>
                    <a:pt x="793568" y="144937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3B528B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236241" y="5376241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666291" y="486195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666291" y="430596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691117" y="5005582"/>
              <a:ext cx="0" cy="217405"/>
            </a:xfrm>
            <a:custGeom>
              <a:avLst/>
              <a:pathLst>
                <a:path w="0" h="217405">
                  <a:moveTo>
                    <a:pt x="0" y="2174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691117" y="5411881"/>
              <a:ext cx="0" cy="73656"/>
            </a:xfrm>
            <a:custGeom>
              <a:avLst/>
              <a:pathLst>
                <a:path w="0" h="73656">
                  <a:moveTo>
                    <a:pt x="0" y="0"/>
                  </a:moveTo>
                  <a:lnTo>
                    <a:pt x="0" y="7365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3294333" y="5222988"/>
              <a:ext cx="793568" cy="188893"/>
            </a:xfrm>
            <a:custGeom>
              <a:avLst/>
              <a:pathLst>
                <a:path w="793568" h="188893">
                  <a:moveTo>
                    <a:pt x="0" y="0"/>
                  </a:moveTo>
                  <a:lnTo>
                    <a:pt x="0" y="188893"/>
                  </a:lnTo>
                  <a:lnTo>
                    <a:pt x="793568" y="188893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21908C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94333" y="5328721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724382" y="266651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49208" y="4758476"/>
              <a:ext cx="0" cy="216217"/>
            </a:xfrm>
            <a:custGeom>
              <a:avLst/>
              <a:pathLst>
                <a:path w="0" h="216217">
                  <a:moveTo>
                    <a:pt x="0" y="2162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749208" y="5340601"/>
              <a:ext cx="0" cy="102168"/>
            </a:xfrm>
            <a:custGeom>
              <a:avLst/>
              <a:pathLst>
                <a:path w="0" h="102168">
                  <a:moveTo>
                    <a:pt x="0" y="0"/>
                  </a:moveTo>
                  <a:lnTo>
                    <a:pt x="0" y="10216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4352424" y="4974694"/>
              <a:ext cx="793568" cy="365907"/>
            </a:xfrm>
            <a:custGeom>
              <a:avLst/>
              <a:pathLst>
                <a:path w="793568" h="365907">
                  <a:moveTo>
                    <a:pt x="0" y="0"/>
                  </a:moveTo>
                  <a:lnTo>
                    <a:pt x="0" y="365907"/>
                  </a:lnTo>
                  <a:lnTo>
                    <a:pt x="793568" y="365907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5DC86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352424" y="5238432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782473" y="442476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782473" y="4291710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782473" y="326526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782473" y="431071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807299" y="4853517"/>
              <a:ext cx="0" cy="180577"/>
            </a:xfrm>
            <a:custGeom>
              <a:avLst/>
              <a:pathLst>
                <a:path w="0" h="180577">
                  <a:moveTo>
                    <a:pt x="0" y="1805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807299" y="5338225"/>
              <a:ext cx="0" cy="123553"/>
            </a:xfrm>
            <a:custGeom>
              <a:avLst/>
              <a:pathLst>
                <a:path w="0" h="123553">
                  <a:moveTo>
                    <a:pt x="0" y="0"/>
                  </a:moveTo>
                  <a:lnTo>
                    <a:pt x="0" y="12355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5410515" y="5034094"/>
              <a:ext cx="793568" cy="304130"/>
            </a:xfrm>
            <a:custGeom>
              <a:avLst/>
              <a:pathLst>
                <a:path w="793568" h="304130">
                  <a:moveTo>
                    <a:pt x="0" y="0"/>
                  </a:moveTo>
                  <a:lnTo>
                    <a:pt x="0" y="304130"/>
                  </a:lnTo>
                  <a:lnTo>
                    <a:pt x="793568" y="304130"/>
                  </a:lnTo>
                  <a:lnTo>
                    <a:pt x="793568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410515" y="5233680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840564" y="431071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840564" y="204399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840564" y="463860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840564" y="471939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840564" y="342683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6865390" y="4820252"/>
              <a:ext cx="0" cy="333830"/>
            </a:xfrm>
            <a:custGeom>
              <a:avLst/>
              <a:pathLst>
                <a:path w="0" h="333830">
                  <a:moveTo>
                    <a:pt x="0" y="3338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865390" y="5410693"/>
              <a:ext cx="0" cy="55836"/>
            </a:xfrm>
            <a:custGeom>
              <a:avLst/>
              <a:pathLst>
                <a:path w="0" h="55836">
                  <a:moveTo>
                    <a:pt x="0" y="0"/>
                  </a:moveTo>
                  <a:lnTo>
                    <a:pt x="0" y="5583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468606" y="5154083"/>
              <a:ext cx="793568" cy="256610"/>
            </a:xfrm>
            <a:custGeom>
              <a:avLst/>
              <a:pathLst>
                <a:path w="793568" h="256610">
                  <a:moveTo>
                    <a:pt x="0" y="0"/>
                  </a:moveTo>
                  <a:lnTo>
                    <a:pt x="0" y="256610"/>
                  </a:lnTo>
                  <a:lnTo>
                    <a:pt x="793568" y="256610"/>
                  </a:lnTo>
                  <a:lnTo>
                    <a:pt x="793568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468606" y="5376241"/>
              <a:ext cx="793568" cy="0"/>
            </a:xfrm>
            <a:custGeom>
              <a:avLst/>
              <a:pathLst>
                <a:path w="793568" h="0">
                  <a:moveTo>
                    <a:pt x="0" y="0"/>
                  </a:moveTo>
                  <a:lnTo>
                    <a:pt x="79356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940080" y="1894657"/>
              <a:ext cx="6560165" cy="383157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815294" y="551037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53139" y="527277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690983" y="5035171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90983" y="4797569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690983" y="4559967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90983" y="4322364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90983" y="4084762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0983" y="384716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350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90983" y="3609558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90983" y="3371956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450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690983" y="3134354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690983" y="2896752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690983" y="265915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690983" y="2421548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650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690983" y="218394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700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690983" y="1946343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106" name="pl106"/>
            <p:cNvSpPr/>
            <p:nvPr/>
          </p:nvSpPr>
          <p:spPr>
            <a:xfrm>
              <a:off x="905285" y="55520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905285" y="53144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905285" y="50768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905285" y="48392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905285" y="46016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905285" y="43640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905285" y="41264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905285" y="38888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905285" y="36512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905285" y="34136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905285" y="31760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905285" y="29384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905285" y="27008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905285" y="24632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905285" y="22256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905285" y="19880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1574935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633026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691117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749208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807299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865390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1509723" y="5787168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F0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2567814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F1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3625905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F2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683996" y="5787168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F3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5742088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F4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784681" y="5788859"/>
              <a:ext cx="16141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3672822" y="5923695"/>
              <a:ext cx="1094680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Score de fibrose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192648" y="3744891"/>
              <a:ext cx="73717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ASAT (U/L)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7639423" y="2982992"/>
              <a:ext cx="977787" cy="16549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7709012" y="3037813"/>
              <a:ext cx="838609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score_fibrose</a:t>
              </a:r>
            </a:p>
          </p:txBody>
        </p:sp>
        <p:sp>
          <p:nvSpPr>
            <p:cNvPr id="138" name="rc138"/>
            <p:cNvSpPr/>
            <p:nvPr/>
          </p:nvSpPr>
          <p:spPr>
            <a:xfrm>
              <a:off x="7709012" y="325157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818740" y="341616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818740" y="327351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736444" y="3306434"/>
              <a:ext cx="164592" cy="109727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736444" y="3361298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709012" y="347102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7818740" y="363561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818740" y="349297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7736444" y="3525890"/>
              <a:ext cx="164592" cy="109727"/>
            </a:xfrm>
            <a:prstGeom prst="rect">
              <a:avLst/>
            </a:prstGeom>
            <a:solidFill>
              <a:srgbClr val="3B528B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736444" y="3580754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7709012" y="369048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818740" y="385507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818740" y="371242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7736444" y="3745346"/>
              <a:ext cx="164592" cy="109727"/>
            </a:xfrm>
            <a:prstGeom prst="rect">
              <a:avLst/>
            </a:prstGeom>
            <a:solidFill>
              <a:srgbClr val="21908C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7736444" y="3800210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7709012" y="390993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818740" y="4074530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818740" y="393188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736444" y="3964802"/>
              <a:ext cx="164592" cy="109727"/>
            </a:xfrm>
            <a:prstGeom prst="rect">
              <a:avLst/>
            </a:prstGeom>
            <a:solidFill>
              <a:srgbClr val="5DC86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7736444" y="4019666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7709012" y="412939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7818740" y="4293986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7818740" y="41513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7736444" y="4184258"/>
              <a:ext cx="164592" cy="109727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7736444" y="4239122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7709012" y="434885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7818740" y="451344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7818740" y="437079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736444" y="4403714"/>
              <a:ext cx="164592" cy="109727"/>
            </a:xfrm>
            <a:prstGeom prst="rect">
              <a:avLst/>
            </a:pr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7736444" y="4458578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7998057" y="3319606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7998057" y="3540426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F1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7998057" y="375988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F2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7998057" y="3977919"/>
              <a:ext cx="130423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F3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7998057" y="4199122"/>
              <a:ext cx="13042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F4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7998057" y="4418578"/>
              <a:ext cx="15525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940080" y="1634673"/>
              <a:ext cx="2095991" cy="155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ASAT par stade de fibrose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2025-08-05T19:49:09Z</dcterms:modified>
  <cp:category/>
</cp:coreProperties>
</file>