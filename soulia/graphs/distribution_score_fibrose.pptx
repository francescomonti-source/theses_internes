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27876" y="5544148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27876" y="5325416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27876" y="5106684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27876" y="4887952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27876" y="4669220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27876" y="4450488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27876" y="4231756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27876" y="4013025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27876" y="3794293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27876" y="3575561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27876" y="3356829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27876" y="3138097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27876" y="2919365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27876" y="2700633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27876" y="2481901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27876" y="2263169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27876" y="2044437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27876" y="5653514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27876" y="5434782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027876" y="5216050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27876" y="4997318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27876" y="4778586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27876" y="4559854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027876" y="4341122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027876" y="4122390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027876" y="3903659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027876" y="3684927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027876" y="3466195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027876" y="3247463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027876" y="3028731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027876" y="2809999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27876" y="2591267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027876" y="2372535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027876" y="2153803"/>
              <a:ext cx="7576681" cy="0"/>
            </a:xfrm>
            <a:custGeom>
              <a:avLst/>
              <a:pathLst>
                <a:path w="7576681" h="0">
                  <a:moveTo>
                    <a:pt x="0" y="0"/>
                  </a:moveTo>
                  <a:lnTo>
                    <a:pt x="7576681" y="0"/>
                  </a:lnTo>
                  <a:lnTo>
                    <a:pt x="7576681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61103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983149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205194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427240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649285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871331" y="1948195"/>
              <a:ext cx="0" cy="3705318"/>
            </a:xfrm>
            <a:custGeom>
              <a:avLst/>
              <a:pathLst>
                <a:path w="0" h="3705318">
                  <a:moveTo>
                    <a:pt x="0" y="37053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211183" y="4581727"/>
              <a:ext cx="1099840" cy="107178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433228" y="4756713"/>
              <a:ext cx="1099840" cy="896800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655274" y="5062938"/>
              <a:ext cx="1099840" cy="59057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877319" y="5084811"/>
              <a:ext cx="1099840" cy="568702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099365" y="4122390"/>
              <a:ext cx="1099840" cy="1531123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321410" y="2285042"/>
              <a:ext cx="1099840" cy="3368471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683129" y="4563619"/>
              <a:ext cx="155949" cy="1025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49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15644" y="4736486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(13.4%)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05174" y="4740385"/>
              <a:ext cx="155949" cy="100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41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737690" y="4911472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(11.2%)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127220" y="5046609"/>
              <a:ext cx="155949" cy="100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998722" y="5217696"/>
              <a:ext cx="412944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(7.4%)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49265" y="5066771"/>
              <a:ext cx="155949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220768" y="5239570"/>
              <a:ext cx="412944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(7.1%)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571311" y="4104351"/>
              <a:ext cx="155949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403826" y="4277149"/>
              <a:ext cx="490918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(19.1%)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754369" y="2267003"/>
              <a:ext cx="233924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684335" y="2439801"/>
              <a:ext cx="373990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(42%)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80402" y="5604242"/>
              <a:ext cx="73456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06946" y="5385510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06946" y="5166778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06946" y="4948046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806946" y="4729314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06946" y="4510582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806946" y="4291850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06946" y="4073118"/>
              <a:ext cx="146913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06946" y="3854322"/>
              <a:ext cx="146913" cy="9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06946" y="3635590"/>
              <a:ext cx="146913" cy="9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33489" y="3416923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33489" y="3198191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110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33489" y="2979459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33489" y="2760727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33489" y="2541995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33489" y="2323263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733489" y="2104531"/>
              <a:ext cx="220369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684035" y="5725532"/>
              <a:ext cx="154136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906081" y="5727144"/>
              <a:ext cx="154136" cy="949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128126" y="5727144"/>
              <a:ext cx="154136" cy="949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5350172" y="5725532"/>
              <a:ext cx="154136" cy="965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6572217" y="5727144"/>
              <a:ext cx="154136" cy="949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775947" y="5727531"/>
              <a:ext cx="190767" cy="94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293266" y="5854233"/>
              <a:ext cx="1045902" cy="1549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Stage fibrose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358137" y="3739748"/>
              <a:ext cx="476758" cy="1222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19144" y="1677701"/>
              <a:ext cx="2994146" cy="146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Distribution du score de fibrose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2025-08-05T19:49:10Z</dcterms:modified>
  <cp:category/>
</cp:coreProperties>
</file>